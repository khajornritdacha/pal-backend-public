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3107520"/>
            <a:ext cx="849564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0288d1"/>
                </a:solidFill>
                <a:latin typeface="NotoSans-Semi"/>
                <a:ea typeface="NotoSans-Semi"/>
              </a:rPr>
              <a:t>Intro to Consumer Behavior &amp; 5-Stage Model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80880" y="1939320"/>
            <a:ext cx="6963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Deﬁning Consumer Behavior Foundations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57160" y="2640960"/>
            <a:ext cx="10545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Consumer behavior analyzes the complex psychological and social processes determining why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57160" y="3003120"/>
            <a:ext cx="39142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individuals select speciﬁc products.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57160" y="3422160"/>
            <a:ext cx="10234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Understanding this ﬁeld demands prioritizing the fundamental question of why a consumer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57160" y="3774600"/>
            <a:ext cx="3781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executed a speciﬁc market action.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7160" y="4193640"/>
            <a:ext cx="9842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Marketers utilize these behavioral insights to engineer targeted interventions that guide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57160" y="4546080"/>
            <a:ext cx="4136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prospective buyers toward purchase.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0880" y="1939320"/>
            <a:ext cx="628560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Anchor 5-Stage Buyer Framework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57160" y="2640960"/>
            <a:ext cx="108594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model initiates with need recognition, followed by an extensive information search to resolve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57160" y="3003120"/>
            <a:ext cx="3277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newly identiﬁed problem.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57160" y="3422160"/>
            <a:ext cx="10615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Consumers systematically evaluate available alternatives using speciﬁc criteria before ﬁnalizing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57160" y="3774600"/>
            <a:ext cx="3458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their critical purchase decision.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7160" y="4193640"/>
            <a:ext cx="10658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journey concludes with post-purchase behavior, where the buyer experiences either lasting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7160" y="4546080"/>
            <a:ext cx="4034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satisfaction or cognitive dissonance.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80880" y="1939320"/>
            <a:ext cx="663156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Layers Inﬂuencing the Decision Journey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7160" y="2640960"/>
            <a:ext cx="10716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Intrinsic psychological forces, including underlying motivations and selective perception, heavily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57160" y="3003120"/>
            <a:ext cx="3124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shape early decision stages.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57160" y="3422160"/>
            <a:ext cx="10652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External sociological constraints like family roles and reference groups exert immense pressure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57160" y="3774600"/>
            <a:ext cx="3292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during alternative evaluation.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57160" y="4193640"/>
            <a:ext cx="10260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Broad cultural dimensions and regional subcultures subconsciously dictate long-term brand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57160" y="4546080"/>
            <a:ext cx="3972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preferences and loyalty formations.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80880" y="1939320"/>
            <a:ext cx="67003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Illustrative Application: Oishi Beverages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57160" y="2640960"/>
            <a:ext cx="105606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Thirst triggers need recognition, prompting the consumer to actively search convenience store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57160" y="3003120"/>
            <a:ext cx="3382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coolers for refreshing options.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57160" y="3422160"/>
            <a:ext cx="10429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buyer evaluates Oishi against competitors based on ﬂavor proﬁles and pricing, ultimately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57160" y="3774600"/>
            <a:ext cx="4007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executing the purchase transaction.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57160" y="4193640"/>
            <a:ext cx="10551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Refreshment delivers immediate post-purchase satisfaction, actively reinforcing positive brand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57160" y="4546080"/>
            <a:ext cx="3749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attitudes for future buying cycles.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