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107520"/>
            <a:ext cx="738756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Energy Balance &amp; Basal Metabolic Rate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0880" y="1939320"/>
            <a:ext cx="677484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Fundamentals of Human Energy Balance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57160" y="2640960"/>
            <a:ext cx="10622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Energy balance represents the dynamic relationship between caloric intake from food and total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57160" y="3003120"/>
            <a:ext cx="4959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daily energy expenditure for body functions.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422160"/>
            <a:ext cx="100652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Maintaining a neutral energy balance means caloric intake perfectly matches expenditure,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57160" y="3774600"/>
            <a:ext cx="5186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resulting in weight stability over a long period.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4193640"/>
            <a:ext cx="10514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Positive or negative energy states drive physiological changes, forcing the body to either store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546080"/>
            <a:ext cx="5002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surplus nutrients or mobilize tissue reserves.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0880" y="1939320"/>
            <a:ext cx="60739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Deﬁning Basal Metabolic Rate (BMR)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3324600" y="2705040"/>
            <a:ext cx="208440" cy="197640"/>
          </a:xfrm>
          <a:custGeom>
            <a:avLst/>
            <a:gdLst/>
            <a:ahLst/>
            <a:rect l="0" t="0" r="r" b="b"/>
            <a:pathLst>
              <a:path w="579" h="549">
                <a:moveTo>
                  <a:pt x="157" y="37"/>
                </a:moveTo>
                <a:cubicBezTo>
                  <a:pt x="143" y="37"/>
                  <a:pt x="134" y="36"/>
                  <a:pt x="132" y="36"/>
                </a:cubicBezTo>
                <a:cubicBezTo>
                  <a:pt x="129" y="35"/>
                  <a:pt x="128" y="32"/>
                  <a:pt x="128" y="27"/>
                </a:cubicBezTo>
                <a:cubicBezTo>
                  <a:pt x="128" y="13"/>
                  <a:pt x="131" y="4"/>
                  <a:pt x="136" y="1"/>
                </a:cubicBezTo>
                <a:cubicBezTo>
                  <a:pt x="137" y="0"/>
                  <a:pt x="172" y="0"/>
                  <a:pt x="241" y="0"/>
                </a:cubicBezTo>
                <a:cubicBezTo>
                  <a:pt x="380" y="0"/>
                  <a:pt x="453" y="0"/>
                  <a:pt x="461" y="1"/>
                </a:cubicBezTo>
                <a:cubicBezTo>
                  <a:pt x="494" y="7"/>
                  <a:pt x="522" y="19"/>
                  <a:pt x="545" y="37"/>
                </a:cubicBezTo>
                <a:cubicBezTo>
                  <a:pt x="567" y="56"/>
                  <a:pt x="579" y="81"/>
                  <a:pt x="579" y="111"/>
                </a:cubicBezTo>
                <a:cubicBezTo>
                  <a:pt x="579" y="145"/>
                  <a:pt x="564" y="176"/>
                  <a:pt x="533" y="203"/>
                </a:cubicBezTo>
                <a:cubicBezTo>
                  <a:pt x="502" y="231"/>
                  <a:pt x="466" y="249"/>
                  <a:pt x="426" y="259"/>
                </a:cubicBezTo>
                <a:lnTo>
                  <a:pt x="418" y="261"/>
                </a:lnTo>
                <a:cubicBezTo>
                  <a:pt x="452" y="266"/>
                  <a:pt x="480" y="278"/>
                  <a:pt x="502" y="298"/>
                </a:cubicBezTo>
                <a:cubicBezTo>
                  <a:pt x="524" y="318"/>
                  <a:pt x="535" y="342"/>
                  <a:pt x="536" y="372"/>
                </a:cubicBezTo>
                <a:cubicBezTo>
                  <a:pt x="536" y="411"/>
                  <a:pt x="517" y="450"/>
                  <a:pt x="478" y="486"/>
                </a:cubicBezTo>
                <a:cubicBezTo>
                  <a:pt x="440" y="522"/>
                  <a:pt x="392" y="543"/>
                  <a:pt x="336" y="548"/>
                </a:cubicBezTo>
                <a:cubicBezTo>
                  <a:pt x="333" y="548"/>
                  <a:pt x="275" y="549"/>
                  <a:pt x="166" y="549"/>
                </a:cubicBezTo>
                <a:cubicBezTo>
                  <a:pt x="59" y="549"/>
                  <a:pt x="5" y="548"/>
                  <a:pt x="3" y="547"/>
                </a:cubicBezTo>
                <a:cubicBezTo>
                  <a:pt x="1" y="545"/>
                  <a:pt x="0" y="543"/>
                  <a:pt x="0" y="540"/>
                </a:cubicBezTo>
                <a:cubicBezTo>
                  <a:pt x="0" y="537"/>
                  <a:pt x="1" y="533"/>
                  <a:pt x="2" y="529"/>
                </a:cubicBezTo>
                <a:cubicBezTo>
                  <a:pt x="4" y="519"/>
                  <a:pt x="7" y="513"/>
                  <a:pt x="10" y="512"/>
                </a:cubicBezTo>
                <a:cubicBezTo>
                  <a:pt x="12" y="512"/>
                  <a:pt x="16" y="512"/>
                  <a:pt x="22" y="512"/>
                </a:cubicBezTo>
                <a:lnTo>
                  <a:pt x="27" y="512"/>
                </a:lnTo>
                <a:cubicBezTo>
                  <a:pt x="41" y="512"/>
                  <a:pt x="57" y="511"/>
                  <a:pt x="75" y="509"/>
                </a:cubicBezTo>
                <a:cubicBezTo>
                  <a:pt x="82" y="508"/>
                  <a:pt x="87" y="504"/>
                  <a:pt x="90" y="500"/>
                </a:cubicBezTo>
                <a:cubicBezTo>
                  <a:pt x="92" y="497"/>
                  <a:pt x="111" y="423"/>
                  <a:pt x="148" y="276"/>
                </a:cubicBezTo>
                <a:cubicBezTo>
                  <a:pt x="185" y="129"/>
                  <a:pt x="203" y="52"/>
                  <a:pt x="203" y="44"/>
                </a:cubicBezTo>
                <a:cubicBezTo>
                  <a:pt x="203" y="40"/>
                  <a:pt x="188" y="38"/>
                  <a:pt x="157" y="37"/>
                </a:cubicBezTo>
                <a:moveTo>
                  <a:pt x="494" y="111"/>
                </a:moveTo>
                <a:cubicBezTo>
                  <a:pt x="494" y="95"/>
                  <a:pt x="490" y="80"/>
                  <a:pt x="481" y="66"/>
                </a:cubicBezTo>
                <a:cubicBezTo>
                  <a:pt x="473" y="52"/>
                  <a:pt x="460" y="43"/>
                  <a:pt x="442" y="39"/>
                </a:cubicBezTo>
                <a:cubicBezTo>
                  <a:pt x="438" y="38"/>
                  <a:pt x="414" y="37"/>
                  <a:pt x="368" y="37"/>
                </a:cubicBezTo>
                <a:cubicBezTo>
                  <a:pt x="358" y="37"/>
                  <a:pt x="346" y="37"/>
                  <a:pt x="335" y="37"/>
                </a:cubicBezTo>
                <a:cubicBezTo>
                  <a:pt x="323" y="37"/>
                  <a:pt x="314" y="37"/>
                  <a:pt x="307" y="37"/>
                </a:cubicBezTo>
                <a:lnTo>
                  <a:pt x="295" y="37"/>
                </a:lnTo>
                <a:cubicBezTo>
                  <a:pt x="287" y="38"/>
                  <a:pt x="282" y="41"/>
                  <a:pt x="280" y="45"/>
                </a:cubicBezTo>
                <a:cubicBezTo>
                  <a:pt x="279" y="48"/>
                  <a:pt x="270" y="80"/>
                  <a:pt x="254" y="142"/>
                </a:cubicBezTo>
                <a:cubicBezTo>
                  <a:pt x="254" y="143"/>
                  <a:pt x="254" y="145"/>
                  <a:pt x="254" y="146"/>
                </a:cubicBezTo>
                <a:lnTo>
                  <a:pt x="229" y="248"/>
                </a:lnTo>
                <a:lnTo>
                  <a:pt x="294" y="248"/>
                </a:lnTo>
                <a:cubicBezTo>
                  <a:pt x="338" y="248"/>
                  <a:pt x="363" y="247"/>
                  <a:pt x="369" y="246"/>
                </a:cubicBezTo>
                <a:cubicBezTo>
                  <a:pt x="401" y="241"/>
                  <a:pt x="430" y="225"/>
                  <a:pt x="455" y="199"/>
                </a:cubicBezTo>
                <a:cubicBezTo>
                  <a:pt x="480" y="174"/>
                  <a:pt x="493" y="144"/>
                  <a:pt x="494" y="111"/>
                </a:cubicBezTo>
                <a:moveTo>
                  <a:pt x="450" y="364"/>
                </a:moveTo>
                <a:cubicBezTo>
                  <a:pt x="450" y="340"/>
                  <a:pt x="444" y="321"/>
                  <a:pt x="432" y="305"/>
                </a:cubicBezTo>
                <a:cubicBezTo>
                  <a:pt x="419" y="290"/>
                  <a:pt x="403" y="281"/>
                  <a:pt x="384" y="278"/>
                </a:cubicBezTo>
                <a:cubicBezTo>
                  <a:pt x="380" y="277"/>
                  <a:pt x="358" y="277"/>
                  <a:pt x="317" y="277"/>
                </a:cubicBezTo>
                <a:cubicBezTo>
                  <a:pt x="253" y="277"/>
                  <a:pt x="221" y="277"/>
                  <a:pt x="221" y="278"/>
                </a:cubicBezTo>
                <a:cubicBezTo>
                  <a:pt x="221" y="279"/>
                  <a:pt x="216" y="299"/>
                  <a:pt x="207" y="337"/>
                </a:cubicBezTo>
                <a:cubicBezTo>
                  <a:pt x="198" y="375"/>
                  <a:pt x="189" y="412"/>
                  <a:pt x="179" y="451"/>
                </a:cubicBezTo>
                <a:lnTo>
                  <a:pt x="164" y="507"/>
                </a:lnTo>
                <a:cubicBezTo>
                  <a:pt x="164" y="509"/>
                  <a:pt x="168" y="510"/>
                  <a:pt x="174" y="510"/>
                </a:cubicBezTo>
                <a:cubicBezTo>
                  <a:pt x="181" y="510"/>
                  <a:pt x="202" y="511"/>
                  <a:pt x="239" y="512"/>
                </a:cubicBezTo>
                <a:cubicBezTo>
                  <a:pt x="287" y="512"/>
                  <a:pt x="313" y="511"/>
                  <a:pt x="317" y="511"/>
                </a:cubicBezTo>
                <a:cubicBezTo>
                  <a:pt x="350" y="507"/>
                  <a:pt x="381" y="492"/>
                  <a:pt x="409" y="464"/>
                </a:cubicBezTo>
                <a:cubicBezTo>
                  <a:pt x="436" y="437"/>
                  <a:pt x="450" y="403"/>
                  <a:pt x="450" y="3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543840" y="2704680"/>
            <a:ext cx="293760" cy="198000"/>
          </a:xfrm>
          <a:custGeom>
            <a:avLst/>
            <a:gdLst/>
            <a:ahLst/>
            <a:rect l="0" t="0" r="r" b="b"/>
            <a:pathLst>
              <a:path w="816" h="550">
                <a:moveTo>
                  <a:pt x="204" y="44"/>
                </a:moveTo>
                <a:cubicBezTo>
                  <a:pt x="204" y="41"/>
                  <a:pt x="188" y="39"/>
                  <a:pt x="158" y="38"/>
                </a:cubicBezTo>
                <a:cubicBezTo>
                  <a:pt x="145" y="38"/>
                  <a:pt x="137" y="37"/>
                  <a:pt x="133" y="37"/>
                </a:cubicBezTo>
                <a:cubicBezTo>
                  <a:pt x="129" y="36"/>
                  <a:pt x="127" y="34"/>
                  <a:pt x="127" y="29"/>
                </a:cubicBezTo>
                <a:cubicBezTo>
                  <a:pt x="127" y="28"/>
                  <a:pt x="128" y="25"/>
                  <a:pt x="129" y="20"/>
                </a:cubicBezTo>
                <a:cubicBezTo>
                  <a:pt x="129" y="18"/>
                  <a:pt x="130" y="16"/>
                  <a:pt x="131" y="14"/>
                </a:cubicBezTo>
                <a:cubicBezTo>
                  <a:pt x="131" y="12"/>
                  <a:pt x="131" y="11"/>
                  <a:pt x="131" y="10"/>
                </a:cubicBezTo>
                <a:cubicBezTo>
                  <a:pt x="131" y="10"/>
                  <a:pt x="132" y="8"/>
                  <a:pt x="133" y="6"/>
                </a:cubicBezTo>
                <a:cubicBezTo>
                  <a:pt x="134" y="4"/>
                  <a:pt x="135" y="3"/>
                  <a:pt x="135" y="4"/>
                </a:cubicBezTo>
                <a:cubicBezTo>
                  <a:pt x="135" y="4"/>
                  <a:pt x="136" y="4"/>
                  <a:pt x="138" y="2"/>
                </a:cubicBezTo>
                <a:cubicBezTo>
                  <a:pt x="140" y="1"/>
                  <a:pt x="141" y="0"/>
                  <a:pt x="142" y="1"/>
                </a:cubicBezTo>
                <a:cubicBezTo>
                  <a:pt x="142" y="1"/>
                  <a:pt x="144" y="1"/>
                  <a:pt x="148" y="1"/>
                </a:cubicBezTo>
                <a:cubicBezTo>
                  <a:pt x="152" y="0"/>
                  <a:pt x="155" y="0"/>
                  <a:pt x="158" y="0"/>
                </a:cubicBezTo>
                <a:cubicBezTo>
                  <a:pt x="161" y="0"/>
                  <a:pt x="169" y="0"/>
                  <a:pt x="182" y="0"/>
                </a:cubicBezTo>
                <a:cubicBezTo>
                  <a:pt x="195" y="0"/>
                  <a:pt x="207" y="0"/>
                  <a:pt x="218" y="1"/>
                </a:cubicBezTo>
                <a:cubicBezTo>
                  <a:pt x="260" y="1"/>
                  <a:pt x="285" y="1"/>
                  <a:pt x="291" y="1"/>
                </a:cubicBezTo>
                <a:cubicBezTo>
                  <a:pt x="297" y="1"/>
                  <a:pt x="302" y="2"/>
                  <a:pt x="304" y="5"/>
                </a:cubicBezTo>
                <a:cubicBezTo>
                  <a:pt x="304" y="7"/>
                  <a:pt x="314" y="82"/>
                  <a:pt x="334" y="231"/>
                </a:cubicBezTo>
                <a:lnTo>
                  <a:pt x="363" y="456"/>
                </a:lnTo>
                <a:lnTo>
                  <a:pt x="382" y="425"/>
                </a:lnTo>
                <a:cubicBezTo>
                  <a:pt x="395" y="406"/>
                  <a:pt x="412" y="379"/>
                  <a:pt x="433" y="345"/>
                </a:cubicBezTo>
                <a:cubicBezTo>
                  <a:pt x="455" y="311"/>
                  <a:pt x="478" y="273"/>
                  <a:pt x="504" y="232"/>
                </a:cubicBezTo>
                <a:cubicBezTo>
                  <a:pt x="597" y="83"/>
                  <a:pt x="645" y="8"/>
                  <a:pt x="646" y="7"/>
                </a:cubicBezTo>
                <a:cubicBezTo>
                  <a:pt x="646" y="7"/>
                  <a:pt x="647" y="6"/>
                  <a:pt x="648" y="5"/>
                </a:cubicBezTo>
                <a:cubicBezTo>
                  <a:pt x="649" y="4"/>
                  <a:pt x="650" y="3"/>
                  <a:pt x="651" y="2"/>
                </a:cubicBezTo>
                <a:lnTo>
                  <a:pt x="656" y="1"/>
                </a:lnTo>
                <a:lnTo>
                  <a:pt x="733" y="1"/>
                </a:lnTo>
                <a:cubicBezTo>
                  <a:pt x="742" y="1"/>
                  <a:pt x="753" y="1"/>
                  <a:pt x="765" y="1"/>
                </a:cubicBezTo>
                <a:cubicBezTo>
                  <a:pt x="777" y="1"/>
                  <a:pt x="785" y="0"/>
                  <a:pt x="788" y="0"/>
                </a:cubicBezTo>
                <a:cubicBezTo>
                  <a:pt x="807" y="0"/>
                  <a:pt x="816" y="3"/>
                  <a:pt x="816" y="9"/>
                </a:cubicBezTo>
                <a:cubicBezTo>
                  <a:pt x="816" y="11"/>
                  <a:pt x="815" y="16"/>
                  <a:pt x="813" y="22"/>
                </a:cubicBezTo>
                <a:cubicBezTo>
                  <a:pt x="812" y="29"/>
                  <a:pt x="811" y="32"/>
                  <a:pt x="811" y="33"/>
                </a:cubicBezTo>
                <a:cubicBezTo>
                  <a:pt x="809" y="36"/>
                  <a:pt x="799" y="38"/>
                  <a:pt x="781" y="38"/>
                </a:cubicBezTo>
                <a:cubicBezTo>
                  <a:pt x="760" y="38"/>
                  <a:pt x="746" y="39"/>
                  <a:pt x="740" y="40"/>
                </a:cubicBezTo>
                <a:cubicBezTo>
                  <a:pt x="734" y="41"/>
                  <a:pt x="730" y="44"/>
                  <a:pt x="726" y="49"/>
                </a:cubicBezTo>
                <a:cubicBezTo>
                  <a:pt x="724" y="52"/>
                  <a:pt x="705" y="127"/>
                  <a:pt x="668" y="276"/>
                </a:cubicBezTo>
                <a:cubicBezTo>
                  <a:pt x="631" y="424"/>
                  <a:pt x="613" y="501"/>
                  <a:pt x="612" y="502"/>
                </a:cubicBezTo>
                <a:cubicBezTo>
                  <a:pt x="612" y="504"/>
                  <a:pt x="612" y="506"/>
                  <a:pt x="613" y="506"/>
                </a:cubicBezTo>
                <a:cubicBezTo>
                  <a:pt x="613" y="507"/>
                  <a:pt x="615" y="508"/>
                  <a:pt x="618" y="509"/>
                </a:cubicBezTo>
                <a:cubicBezTo>
                  <a:pt x="622" y="511"/>
                  <a:pt x="626" y="512"/>
                  <a:pt x="632" y="511"/>
                </a:cubicBezTo>
                <a:cubicBezTo>
                  <a:pt x="638" y="510"/>
                  <a:pt x="647" y="511"/>
                  <a:pt x="658" y="513"/>
                </a:cubicBezTo>
                <a:lnTo>
                  <a:pt x="683" y="513"/>
                </a:lnTo>
                <a:cubicBezTo>
                  <a:pt x="687" y="517"/>
                  <a:pt x="688" y="520"/>
                  <a:pt x="688" y="521"/>
                </a:cubicBezTo>
                <a:cubicBezTo>
                  <a:pt x="688" y="530"/>
                  <a:pt x="686" y="538"/>
                  <a:pt x="683" y="545"/>
                </a:cubicBezTo>
                <a:cubicBezTo>
                  <a:pt x="680" y="548"/>
                  <a:pt x="676" y="550"/>
                  <a:pt x="670" y="550"/>
                </a:cubicBezTo>
                <a:cubicBezTo>
                  <a:pt x="667" y="550"/>
                  <a:pt x="656" y="549"/>
                  <a:pt x="637" y="549"/>
                </a:cubicBezTo>
                <a:cubicBezTo>
                  <a:pt x="618" y="548"/>
                  <a:pt x="593" y="548"/>
                  <a:pt x="563" y="548"/>
                </a:cubicBezTo>
                <a:cubicBezTo>
                  <a:pt x="530" y="548"/>
                  <a:pt x="506" y="548"/>
                  <a:pt x="489" y="548"/>
                </a:cubicBezTo>
                <a:cubicBezTo>
                  <a:pt x="473" y="548"/>
                  <a:pt x="463" y="548"/>
                  <a:pt x="461" y="549"/>
                </a:cubicBezTo>
                <a:cubicBezTo>
                  <a:pt x="452" y="549"/>
                  <a:pt x="448" y="546"/>
                  <a:pt x="448" y="541"/>
                </a:cubicBezTo>
                <a:cubicBezTo>
                  <a:pt x="448" y="540"/>
                  <a:pt x="448" y="536"/>
                  <a:pt x="449" y="529"/>
                </a:cubicBezTo>
                <a:cubicBezTo>
                  <a:pt x="451" y="521"/>
                  <a:pt x="453" y="516"/>
                  <a:pt x="456" y="515"/>
                </a:cubicBezTo>
                <a:cubicBezTo>
                  <a:pt x="458" y="514"/>
                  <a:pt x="464" y="513"/>
                  <a:pt x="474" y="513"/>
                </a:cubicBezTo>
                <a:cubicBezTo>
                  <a:pt x="488" y="513"/>
                  <a:pt x="505" y="512"/>
                  <a:pt x="522" y="510"/>
                </a:cubicBezTo>
                <a:cubicBezTo>
                  <a:pt x="530" y="509"/>
                  <a:pt x="535" y="505"/>
                  <a:pt x="537" y="501"/>
                </a:cubicBezTo>
                <a:cubicBezTo>
                  <a:pt x="538" y="498"/>
                  <a:pt x="549" y="459"/>
                  <a:pt x="568" y="382"/>
                </a:cubicBezTo>
                <a:cubicBezTo>
                  <a:pt x="587" y="307"/>
                  <a:pt x="606" y="231"/>
                  <a:pt x="625" y="156"/>
                </a:cubicBezTo>
                <a:cubicBezTo>
                  <a:pt x="644" y="80"/>
                  <a:pt x="653" y="42"/>
                  <a:pt x="653" y="42"/>
                </a:cubicBezTo>
                <a:lnTo>
                  <a:pt x="497" y="290"/>
                </a:lnTo>
                <a:cubicBezTo>
                  <a:pt x="392" y="458"/>
                  <a:pt x="339" y="543"/>
                  <a:pt x="336" y="545"/>
                </a:cubicBezTo>
                <a:cubicBezTo>
                  <a:pt x="335" y="546"/>
                  <a:pt x="334" y="547"/>
                  <a:pt x="333" y="547"/>
                </a:cubicBezTo>
                <a:cubicBezTo>
                  <a:pt x="329" y="549"/>
                  <a:pt x="325" y="550"/>
                  <a:pt x="319" y="550"/>
                </a:cubicBezTo>
                <a:cubicBezTo>
                  <a:pt x="311" y="550"/>
                  <a:pt x="306" y="548"/>
                  <a:pt x="305" y="544"/>
                </a:cubicBezTo>
                <a:cubicBezTo>
                  <a:pt x="304" y="542"/>
                  <a:pt x="293" y="459"/>
                  <a:pt x="272" y="294"/>
                </a:cubicBezTo>
                <a:lnTo>
                  <a:pt x="240" y="48"/>
                </a:lnTo>
                <a:lnTo>
                  <a:pt x="186" y="265"/>
                </a:lnTo>
                <a:cubicBezTo>
                  <a:pt x="150" y="407"/>
                  <a:pt x="132" y="481"/>
                  <a:pt x="132" y="486"/>
                </a:cubicBezTo>
                <a:cubicBezTo>
                  <a:pt x="135" y="504"/>
                  <a:pt x="155" y="513"/>
                  <a:pt x="190" y="513"/>
                </a:cubicBezTo>
                <a:lnTo>
                  <a:pt x="198" y="513"/>
                </a:lnTo>
                <a:cubicBezTo>
                  <a:pt x="201" y="515"/>
                  <a:pt x="203" y="518"/>
                  <a:pt x="204" y="520"/>
                </a:cubicBezTo>
                <a:cubicBezTo>
                  <a:pt x="204" y="522"/>
                  <a:pt x="203" y="527"/>
                  <a:pt x="201" y="534"/>
                </a:cubicBezTo>
                <a:cubicBezTo>
                  <a:pt x="199" y="543"/>
                  <a:pt x="197" y="548"/>
                  <a:pt x="195" y="549"/>
                </a:cubicBezTo>
                <a:cubicBezTo>
                  <a:pt x="193" y="549"/>
                  <a:pt x="190" y="550"/>
                  <a:pt x="186" y="550"/>
                </a:cubicBezTo>
                <a:cubicBezTo>
                  <a:pt x="185" y="550"/>
                  <a:pt x="182" y="550"/>
                  <a:pt x="176" y="550"/>
                </a:cubicBezTo>
                <a:cubicBezTo>
                  <a:pt x="171" y="550"/>
                  <a:pt x="162" y="549"/>
                  <a:pt x="149" y="549"/>
                </a:cubicBezTo>
                <a:cubicBezTo>
                  <a:pt x="136" y="548"/>
                  <a:pt x="119" y="548"/>
                  <a:pt x="98" y="548"/>
                </a:cubicBezTo>
                <a:cubicBezTo>
                  <a:pt x="82" y="548"/>
                  <a:pt x="65" y="548"/>
                  <a:pt x="48" y="549"/>
                </a:cubicBezTo>
                <a:cubicBezTo>
                  <a:pt x="31" y="549"/>
                  <a:pt x="21" y="550"/>
                  <a:pt x="18" y="550"/>
                </a:cubicBezTo>
                <a:cubicBezTo>
                  <a:pt x="10" y="550"/>
                  <a:pt x="5" y="549"/>
                  <a:pt x="3" y="548"/>
                </a:cubicBezTo>
                <a:cubicBezTo>
                  <a:pt x="1" y="547"/>
                  <a:pt x="0" y="544"/>
                  <a:pt x="0" y="541"/>
                </a:cubicBezTo>
                <a:cubicBezTo>
                  <a:pt x="0" y="540"/>
                  <a:pt x="1" y="536"/>
                  <a:pt x="2" y="529"/>
                </a:cubicBezTo>
                <a:cubicBezTo>
                  <a:pt x="4" y="523"/>
                  <a:pt x="5" y="519"/>
                  <a:pt x="6" y="517"/>
                </a:cubicBezTo>
                <a:cubicBezTo>
                  <a:pt x="7" y="514"/>
                  <a:pt x="13" y="513"/>
                  <a:pt x="24" y="513"/>
                </a:cubicBezTo>
                <a:cubicBezTo>
                  <a:pt x="61" y="513"/>
                  <a:pt x="85" y="502"/>
                  <a:pt x="95" y="481"/>
                </a:cubicBezTo>
                <a:cubicBezTo>
                  <a:pt x="97" y="477"/>
                  <a:pt x="116" y="405"/>
                  <a:pt x="151" y="265"/>
                </a:cubicBezTo>
                <a:cubicBezTo>
                  <a:pt x="185" y="124"/>
                  <a:pt x="203" y="51"/>
                  <a:pt x="204" y="4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3846600" y="2705040"/>
            <a:ext cx="208800" cy="203400"/>
          </a:xfrm>
          <a:custGeom>
            <a:avLst/>
            <a:gdLst/>
            <a:ahLst/>
            <a:rect l="0" t="0" r="r" b="b"/>
            <a:pathLst>
              <a:path w="580" h="565">
                <a:moveTo>
                  <a:pt x="159" y="37"/>
                </a:moveTo>
                <a:cubicBezTo>
                  <a:pt x="145" y="37"/>
                  <a:pt x="136" y="36"/>
                  <a:pt x="133" y="36"/>
                </a:cubicBezTo>
                <a:cubicBezTo>
                  <a:pt x="131" y="35"/>
                  <a:pt x="129" y="32"/>
                  <a:pt x="129" y="27"/>
                </a:cubicBezTo>
                <a:cubicBezTo>
                  <a:pt x="129" y="13"/>
                  <a:pt x="132" y="4"/>
                  <a:pt x="138" y="1"/>
                </a:cubicBezTo>
                <a:cubicBezTo>
                  <a:pt x="139" y="0"/>
                  <a:pt x="186" y="0"/>
                  <a:pt x="278" y="0"/>
                </a:cubicBezTo>
                <a:cubicBezTo>
                  <a:pt x="370" y="0"/>
                  <a:pt x="420" y="1"/>
                  <a:pt x="427" y="2"/>
                </a:cubicBezTo>
                <a:cubicBezTo>
                  <a:pt x="457" y="6"/>
                  <a:pt x="482" y="14"/>
                  <a:pt x="502" y="25"/>
                </a:cubicBezTo>
                <a:cubicBezTo>
                  <a:pt x="523" y="35"/>
                  <a:pt x="537" y="48"/>
                  <a:pt x="546" y="61"/>
                </a:cubicBezTo>
                <a:cubicBezTo>
                  <a:pt x="554" y="75"/>
                  <a:pt x="560" y="87"/>
                  <a:pt x="563" y="96"/>
                </a:cubicBezTo>
                <a:cubicBezTo>
                  <a:pt x="565" y="106"/>
                  <a:pt x="567" y="115"/>
                  <a:pt x="567" y="124"/>
                </a:cubicBezTo>
                <a:cubicBezTo>
                  <a:pt x="567" y="148"/>
                  <a:pt x="560" y="171"/>
                  <a:pt x="544" y="192"/>
                </a:cubicBezTo>
                <a:cubicBezTo>
                  <a:pt x="529" y="212"/>
                  <a:pt x="511" y="228"/>
                  <a:pt x="490" y="240"/>
                </a:cubicBezTo>
                <a:cubicBezTo>
                  <a:pt x="470" y="251"/>
                  <a:pt x="452" y="260"/>
                  <a:pt x="437" y="267"/>
                </a:cubicBezTo>
                <a:cubicBezTo>
                  <a:pt x="421" y="274"/>
                  <a:pt x="411" y="277"/>
                  <a:pt x="406" y="277"/>
                </a:cubicBezTo>
                <a:lnTo>
                  <a:pt x="412" y="281"/>
                </a:lnTo>
                <a:cubicBezTo>
                  <a:pt x="448" y="302"/>
                  <a:pt x="466" y="331"/>
                  <a:pt x="466" y="370"/>
                </a:cubicBezTo>
                <a:cubicBezTo>
                  <a:pt x="466" y="376"/>
                  <a:pt x="464" y="392"/>
                  <a:pt x="462" y="419"/>
                </a:cubicBezTo>
                <a:cubicBezTo>
                  <a:pt x="459" y="445"/>
                  <a:pt x="458" y="467"/>
                  <a:pt x="458" y="484"/>
                </a:cubicBezTo>
                <a:lnTo>
                  <a:pt x="458" y="492"/>
                </a:lnTo>
                <a:cubicBezTo>
                  <a:pt x="458" y="501"/>
                  <a:pt x="458" y="509"/>
                  <a:pt x="458" y="514"/>
                </a:cubicBezTo>
                <a:cubicBezTo>
                  <a:pt x="459" y="519"/>
                  <a:pt x="462" y="524"/>
                  <a:pt x="467" y="528"/>
                </a:cubicBezTo>
                <a:cubicBezTo>
                  <a:pt x="472" y="533"/>
                  <a:pt x="479" y="535"/>
                  <a:pt x="488" y="536"/>
                </a:cubicBezTo>
                <a:cubicBezTo>
                  <a:pt x="503" y="536"/>
                  <a:pt x="515" y="530"/>
                  <a:pt x="525" y="518"/>
                </a:cubicBezTo>
                <a:cubicBezTo>
                  <a:pt x="535" y="506"/>
                  <a:pt x="541" y="494"/>
                  <a:pt x="546" y="480"/>
                </a:cubicBezTo>
                <a:cubicBezTo>
                  <a:pt x="548" y="473"/>
                  <a:pt x="551" y="468"/>
                  <a:pt x="552" y="467"/>
                </a:cubicBezTo>
                <a:cubicBezTo>
                  <a:pt x="554" y="465"/>
                  <a:pt x="558" y="464"/>
                  <a:pt x="564" y="464"/>
                </a:cubicBezTo>
                <a:cubicBezTo>
                  <a:pt x="575" y="464"/>
                  <a:pt x="580" y="467"/>
                  <a:pt x="580" y="474"/>
                </a:cubicBezTo>
                <a:cubicBezTo>
                  <a:pt x="580" y="484"/>
                  <a:pt x="574" y="499"/>
                  <a:pt x="561" y="520"/>
                </a:cubicBezTo>
                <a:cubicBezTo>
                  <a:pt x="541" y="550"/>
                  <a:pt x="517" y="565"/>
                  <a:pt x="489" y="565"/>
                </a:cubicBezTo>
                <a:lnTo>
                  <a:pt x="482" y="565"/>
                </a:lnTo>
                <a:cubicBezTo>
                  <a:pt x="449" y="565"/>
                  <a:pt x="422" y="559"/>
                  <a:pt x="401" y="545"/>
                </a:cubicBezTo>
                <a:cubicBezTo>
                  <a:pt x="379" y="532"/>
                  <a:pt x="367" y="511"/>
                  <a:pt x="365" y="483"/>
                </a:cubicBezTo>
                <a:cubicBezTo>
                  <a:pt x="365" y="468"/>
                  <a:pt x="369" y="446"/>
                  <a:pt x="377" y="415"/>
                </a:cubicBezTo>
                <a:cubicBezTo>
                  <a:pt x="385" y="385"/>
                  <a:pt x="389" y="365"/>
                  <a:pt x="389" y="357"/>
                </a:cubicBezTo>
                <a:cubicBezTo>
                  <a:pt x="389" y="330"/>
                  <a:pt x="378" y="310"/>
                  <a:pt x="355" y="297"/>
                </a:cubicBezTo>
                <a:cubicBezTo>
                  <a:pt x="347" y="294"/>
                  <a:pt x="340" y="292"/>
                  <a:pt x="335" y="291"/>
                </a:cubicBezTo>
                <a:cubicBezTo>
                  <a:pt x="329" y="291"/>
                  <a:pt x="310" y="290"/>
                  <a:pt x="278" y="289"/>
                </a:cubicBezTo>
                <a:lnTo>
                  <a:pt x="223" y="289"/>
                </a:lnTo>
                <a:lnTo>
                  <a:pt x="197" y="394"/>
                </a:lnTo>
                <a:cubicBezTo>
                  <a:pt x="179" y="464"/>
                  <a:pt x="170" y="500"/>
                  <a:pt x="170" y="501"/>
                </a:cubicBezTo>
                <a:cubicBezTo>
                  <a:pt x="170" y="503"/>
                  <a:pt x="171" y="505"/>
                  <a:pt x="171" y="505"/>
                </a:cubicBezTo>
                <a:cubicBezTo>
                  <a:pt x="172" y="506"/>
                  <a:pt x="174" y="507"/>
                  <a:pt x="177" y="508"/>
                </a:cubicBezTo>
                <a:cubicBezTo>
                  <a:pt x="180" y="510"/>
                  <a:pt x="185" y="511"/>
                  <a:pt x="190" y="510"/>
                </a:cubicBezTo>
                <a:cubicBezTo>
                  <a:pt x="196" y="509"/>
                  <a:pt x="205" y="510"/>
                  <a:pt x="217" y="512"/>
                </a:cubicBezTo>
                <a:lnTo>
                  <a:pt x="242" y="512"/>
                </a:lnTo>
                <a:cubicBezTo>
                  <a:pt x="245" y="516"/>
                  <a:pt x="247" y="518"/>
                  <a:pt x="247" y="519"/>
                </a:cubicBezTo>
                <a:cubicBezTo>
                  <a:pt x="247" y="519"/>
                  <a:pt x="246" y="524"/>
                  <a:pt x="244" y="533"/>
                </a:cubicBezTo>
                <a:cubicBezTo>
                  <a:pt x="242" y="540"/>
                  <a:pt x="239" y="545"/>
                  <a:pt x="236" y="549"/>
                </a:cubicBezTo>
                <a:lnTo>
                  <a:pt x="224" y="549"/>
                </a:lnTo>
                <a:cubicBezTo>
                  <a:pt x="205" y="547"/>
                  <a:pt x="170" y="547"/>
                  <a:pt x="119" y="547"/>
                </a:cubicBezTo>
                <a:cubicBezTo>
                  <a:pt x="101" y="547"/>
                  <a:pt x="84" y="547"/>
                  <a:pt x="69" y="547"/>
                </a:cubicBezTo>
                <a:cubicBezTo>
                  <a:pt x="53" y="547"/>
                  <a:pt x="41" y="547"/>
                  <a:pt x="32" y="547"/>
                </a:cubicBezTo>
                <a:cubicBezTo>
                  <a:pt x="22" y="547"/>
                  <a:pt x="16" y="547"/>
                  <a:pt x="14" y="548"/>
                </a:cubicBezTo>
                <a:cubicBezTo>
                  <a:pt x="5" y="548"/>
                  <a:pt x="0" y="545"/>
                  <a:pt x="0" y="540"/>
                </a:cubicBezTo>
                <a:cubicBezTo>
                  <a:pt x="0" y="539"/>
                  <a:pt x="1" y="536"/>
                  <a:pt x="3" y="529"/>
                </a:cubicBezTo>
                <a:cubicBezTo>
                  <a:pt x="5" y="519"/>
                  <a:pt x="8" y="513"/>
                  <a:pt x="11" y="512"/>
                </a:cubicBezTo>
                <a:cubicBezTo>
                  <a:pt x="13" y="512"/>
                  <a:pt x="17" y="512"/>
                  <a:pt x="23" y="512"/>
                </a:cubicBezTo>
                <a:lnTo>
                  <a:pt x="28" y="512"/>
                </a:lnTo>
                <a:cubicBezTo>
                  <a:pt x="43" y="512"/>
                  <a:pt x="59" y="511"/>
                  <a:pt x="77" y="509"/>
                </a:cubicBezTo>
                <a:cubicBezTo>
                  <a:pt x="84" y="508"/>
                  <a:pt x="89" y="504"/>
                  <a:pt x="92" y="500"/>
                </a:cubicBezTo>
                <a:cubicBezTo>
                  <a:pt x="93" y="497"/>
                  <a:pt x="113" y="423"/>
                  <a:pt x="150" y="277"/>
                </a:cubicBezTo>
                <a:cubicBezTo>
                  <a:pt x="186" y="130"/>
                  <a:pt x="205" y="52"/>
                  <a:pt x="205" y="44"/>
                </a:cubicBezTo>
                <a:cubicBezTo>
                  <a:pt x="205" y="40"/>
                  <a:pt x="190" y="38"/>
                  <a:pt x="159" y="37"/>
                </a:cubicBezTo>
                <a:moveTo>
                  <a:pt x="480" y="104"/>
                </a:moveTo>
                <a:cubicBezTo>
                  <a:pt x="480" y="86"/>
                  <a:pt x="474" y="72"/>
                  <a:pt x="463" y="60"/>
                </a:cubicBezTo>
                <a:cubicBezTo>
                  <a:pt x="452" y="48"/>
                  <a:pt x="429" y="41"/>
                  <a:pt x="394" y="37"/>
                </a:cubicBezTo>
                <a:cubicBezTo>
                  <a:pt x="393" y="37"/>
                  <a:pt x="387" y="37"/>
                  <a:pt x="376" y="37"/>
                </a:cubicBezTo>
                <a:cubicBezTo>
                  <a:pt x="364" y="37"/>
                  <a:pt x="354" y="37"/>
                  <a:pt x="345" y="37"/>
                </a:cubicBezTo>
                <a:lnTo>
                  <a:pt x="328" y="37"/>
                </a:lnTo>
                <a:cubicBezTo>
                  <a:pt x="302" y="37"/>
                  <a:pt x="288" y="39"/>
                  <a:pt x="284" y="45"/>
                </a:cubicBezTo>
                <a:cubicBezTo>
                  <a:pt x="284" y="46"/>
                  <a:pt x="275" y="82"/>
                  <a:pt x="257" y="152"/>
                </a:cubicBezTo>
                <a:cubicBezTo>
                  <a:pt x="239" y="222"/>
                  <a:pt x="231" y="257"/>
                  <a:pt x="231" y="259"/>
                </a:cubicBezTo>
                <a:cubicBezTo>
                  <a:pt x="231" y="260"/>
                  <a:pt x="249" y="260"/>
                  <a:pt x="286" y="260"/>
                </a:cubicBezTo>
                <a:cubicBezTo>
                  <a:pt x="328" y="259"/>
                  <a:pt x="355" y="257"/>
                  <a:pt x="369" y="254"/>
                </a:cubicBezTo>
                <a:cubicBezTo>
                  <a:pt x="404" y="249"/>
                  <a:pt x="430" y="233"/>
                  <a:pt x="450" y="207"/>
                </a:cubicBezTo>
                <a:cubicBezTo>
                  <a:pt x="458" y="195"/>
                  <a:pt x="465" y="178"/>
                  <a:pt x="471" y="159"/>
                </a:cubicBezTo>
                <a:cubicBezTo>
                  <a:pt x="477" y="139"/>
                  <a:pt x="480" y="121"/>
                  <a:pt x="480" y="10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2640960"/>
            <a:ext cx="2452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Basal Metabolic Rate (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053240" y="2640960"/>
            <a:ext cx="7396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) is the absolute minimum caloric baseline required to sustain vital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3003120"/>
            <a:ext cx="5478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autonomic life functions while completely at rest.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3422160"/>
            <a:ext cx="9900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These involuntary processes include respiration, blood circulation, cellular synthesis, and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67240" y="4248000"/>
            <a:ext cx="208440" cy="197640"/>
          </a:xfrm>
          <a:custGeom>
            <a:avLst/>
            <a:gdLst/>
            <a:ahLst/>
            <a:rect l="0" t="0" r="r" b="b"/>
            <a:pathLst>
              <a:path w="579" h="549">
                <a:moveTo>
                  <a:pt x="157" y="37"/>
                </a:moveTo>
                <a:cubicBezTo>
                  <a:pt x="143" y="37"/>
                  <a:pt x="134" y="37"/>
                  <a:pt x="131" y="36"/>
                </a:cubicBezTo>
                <a:cubicBezTo>
                  <a:pt x="129" y="36"/>
                  <a:pt x="127" y="33"/>
                  <a:pt x="127" y="27"/>
                </a:cubicBezTo>
                <a:cubicBezTo>
                  <a:pt x="127" y="13"/>
                  <a:pt x="130" y="4"/>
                  <a:pt x="136" y="1"/>
                </a:cubicBezTo>
                <a:cubicBezTo>
                  <a:pt x="137" y="0"/>
                  <a:pt x="171" y="0"/>
                  <a:pt x="241" y="0"/>
                </a:cubicBezTo>
                <a:cubicBezTo>
                  <a:pt x="380" y="0"/>
                  <a:pt x="453" y="0"/>
                  <a:pt x="460" y="2"/>
                </a:cubicBezTo>
                <a:cubicBezTo>
                  <a:pt x="494" y="7"/>
                  <a:pt x="522" y="19"/>
                  <a:pt x="545" y="38"/>
                </a:cubicBezTo>
                <a:cubicBezTo>
                  <a:pt x="567" y="56"/>
                  <a:pt x="579" y="81"/>
                  <a:pt x="579" y="111"/>
                </a:cubicBezTo>
                <a:cubicBezTo>
                  <a:pt x="579" y="146"/>
                  <a:pt x="564" y="176"/>
                  <a:pt x="533" y="204"/>
                </a:cubicBezTo>
                <a:cubicBezTo>
                  <a:pt x="502" y="231"/>
                  <a:pt x="466" y="249"/>
                  <a:pt x="426" y="259"/>
                </a:cubicBezTo>
                <a:lnTo>
                  <a:pt x="418" y="261"/>
                </a:lnTo>
                <a:cubicBezTo>
                  <a:pt x="452" y="266"/>
                  <a:pt x="480" y="279"/>
                  <a:pt x="502" y="298"/>
                </a:cubicBezTo>
                <a:cubicBezTo>
                  <a:pt x="524" y="318"/>
                  <a:pt x="535" y="343"/>
                  <a:pt x="536" y="372"/>
                </a:cubicBezTo>
                <a:cubicBezTo>
                  <a:pt x="536" y="411"/>
                  <a:pt x="517" y="449"/>
                  <a:pt x="478" y="485"/>
                </a:cubicBezTo>
                <a:cubicBezTo>
                  <a:pt x="440" y="523"/>
                  <a:pt x="392" y="543"/>
                  <a:pt x="336" y="548"/>
                </a:cubicBezTo>
                <a:cubicBezTo>
                  <a:pt x="332" y="548"/>
                  <a:pt x="276" y="549"/>
                  <a:pt x="166" y="549"/>
                </a:cubicBezTo>
                <a:cubicBezTo>
                  <a:pt x="59" y="549"/>
                  <a:pt x="5" y="548"/>
                  <a:pt x="3" y="547"/>
                </a:cubicBezTo>
                <a:cubicBezTo>
                  <a:pt x="1" y="546"/>
                  <a:pt x="0" y="543"/>
                  <a:pt x="0" y="541"/>
                </a:cubicBezTo>
                <a:cubicBezTo>
                  <a:pt x="0" y="537"/>
                  <a:pt x="0" y="533"/>
                  <a:pt x="1" y="530"/>
                </a:cubicBezTo>
                <a:cubicBezTo>
                  <a:pt x="4" y="519"/>
                  <a:pt x="7" y="514"/>
                  <a:pt x="9" y="513"/>
                </a:cubicBezTo>
                <a:cubicBezTo>
                  <a:pt x="12" y="512"/>
                  <a:pt x="16" y="512"/>
                  <a:pt x="21" y="512"/>
                </a:cubicBezTo>
                <a:lnTo>
                  <a:pt x="26" y="512"/>
                </a:lnTo>
                <a:cubicBezTo>
                  <a:pt x="41" y="512"/>
                  <a:pt x="57" y="511"/>
                  <a:pt x="74" y="509"/>
                </a:cubicBezTo>
                <a:cubicBezTo>
                  <a:pt x="82" y="507"/>
                  <a:pt x="87" y="504"/>
                  <a:pt x="90" y="499"/>
                </a:cubicBezTo>
                <a:cubicBezTo>
                  <a:pt x="91" y="497"/>
                  <a:pt x="111" y="422"/>
                  <a:pt x="147" y="276"/>
                </a:cubicBezTo>
                <a:cubicBezTo>
                  <a:pt x="184" y="129"/>
                  <a:pt x="204" y="52"/>
                  <a:pt x="204" y="44"/>
                </a:cubicBezTo>
                <a:cubicBezTo>
                  <a:pt x="204" y="40"/>
                  <a:pt x="187" y="38"/>
                  <a:pt x="157" y="37"/>
                </a:cubicBezTo>
                <a:moveTo>
                  <a:pt x="493" y="111"/>
                </a:moveTo>
                <a:cubicBezTo>
                  <a:pt x="493" y="95"/>
                  <a:pt x="489" y="80"/>
                  <a:pt x="481" y="67"/>
                </a:cubicBezTo>
                <a:cubicBezTo>
                  <a:pt x="473" y="53"/>
                  <a:pt x="460" y="44"/>
                  <a:pt x="442" y="39"/>
                </a:cubicBezTo>
                <a:cubicBezTo>
                  <a:pt x="438" y="38"/>
                  <a:pt x="414" y="37"/>
                  <a:pt x="368" y="37"/>
                </a:cubicBezTo>
                <a:cubicBezTo>
                  <a:pt x="357" y="37"/>
                  <a:pt x="346" y="37"/>
                  <a:pt x="334" y="37"/>
                </a:cubicBezTo>
                <a:cubicBezTo>
                  <a:pt x="323" y="37"/>
                  <a:pt x="313" y="37"/>
                  <a:pt x="306" y="38"/>
                </a:cubicBezTo>
                <a:lnTo>
                  <a:pt x="296" y="38"/>
                </a:lnTo>
                <a:cubicBezTo>
                  <a:pt x="288" y="38"/>
                  <a:pt x="283" y="41"/>
                  <a:pt x="281" y="46"/>
                </a:cubicBezTo>
                <a:cubicBezTo>
                  <a:pt x="280" y="48"/>
                  <a:pt x="271" y="80"/>
                  <a:pt x="255" y="142"/>
                </a:cubicBezTo>
                <a:cubicBezTo>
                  <a:pt x="255" y="144"/>
                  <a:pt x="255" y="145"/>
                  <a:pt x="254" y="147"/>
                </a:cubicBezTo>
                <a:lnTo>
                  <a:pt x="229" y="248"/>
                </a:lnTo>
                <a:lnTo>
                  <a:pt x="294" y="248"/>
                </a:lnTo>
                <a:cubicBezTo>
                  <a:pt x="338" y="248"/>
                  <a:pt x="363" y="247"/>
                  <a:pt x="369" y="246"/>
                </a:cubicBezTo>
                <a:cubicBezTo>
                  <a:pt x="401" y="241"/>
                  <a:pt x="430" y="225"/>
                  <a:pt x="455" y="200"/>
                </a:cubicBezTo>
                <a:cubicBezTo>
                  <a:pt x="480" y="174"/>
                  <a:pt x="493" y="145"/>
                  <a:pt x="493" y="111"/>
                </a:cubicBezTo>
                <a:moveTo>
                  <a:pt x="450" y="364"/>
                </a:moveTo>
                <a:cubicBezTo>
                  <a:pt x="450" y="341"/>
                  <a:pt x="444" y="321"/>
                  <a:pt x="432" y="306"/>
                </a:cubicBezTo>
                <a:cubicBezTo>
                  <a:pt x="419" y="290"/>
                  <a:pt x="403" y="281"/>
                  <a:pt x="383" y="278"/>
                </a:cubicBezTo>
                <a:cubicBezTo>
                  <a:pt x="380" y="278"/>
                  <a:pt x="358" y="277"/>
                  <a:pt x="317" y="277"/>
                </a:cubicBezTo>
                <a:cubicBezTo>
                  <a:pt x="254" y="277"/>
                  <a:pt x="222" y="278"/>
                  <a:pt x="221" y="278"/>
                </a:cubicBezTo>
                <a:cubicBezTo>
                  <a:pt x="221" y="279"/>
                  <a:pt x="217" y="299"/>
                  <a:pt x="208" y="337"/>
                </a:cubicBezTo>
                <a:cubicBezTo>
                  <a:pt x="199" y="375"/>
                  <a:pt x="188" y="412"/>
                  <a:pt x="179" y="450"/>
                </a:cubicBezTo>
                <a:lnTo>
                  <a:pt x="164" y="506"/>
                </a:lnTo>
                <a:cubicBezTo>
                  <a:pt x="164" y="509"/>
                  <a:pt x="167" y="510"/>
                  <a:pt x="174" y="510"/>
                </a:cubicBezTo>
                <a:cubicBezTo>
                  <a:pt x="180" y="510"/>
                  <a:pt x="203" y="511"/>
                  <a:pt x="240" y="512"/>
                </a:cubicBezTo>
                <a:cubicBezTo>
                  <a:pt x="287" y="512"/>
                  <a:pt x="313" y="512"/>
                  <a:pt x="317" y="511"/>
                </a:cubicBezTo>
                <a:cubicBezTo>
                  <a:pt x="350" y="506"/>
                  <a:pt x="380" y="491"/>
                  <a:pt x="408" y="464"/>
                </a:cubicBezTo>
                <a:cubicBezTo>
                  <a:pt x="436" y="436"/>
                  <a:pt x="450" y="403"/>
                  <a:pt x="450" y="3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1086480" y="4247640"/>
            <a:ext cx="293400" cy="198000"/>
          </a:xfrm>
          <a:custGeom>
            <a:avLst/>
            <a:gdLst/>
            <a:ahLst/>
            <a:rect l="0" t="0" r="r" b="b"/>
            <a:pathLst>
              <a:path w="815" h="550">
                <a:moveTo>
                  <a:pt x="203" y="44"/>
                </a:moveTo>
                <a:cubicBezTo>
                  <a:pt x="203" y="41"/>
                  <a:pt x="188" y="39"/>
                  <a:pt x="158" y="38"/>
                </a:cubicBezTo>
                <a:cubicBezTo>
                  <a:pt x="145" y="38"/>
                  <a:pt x="136" y="38"/>
                  <a:pt x="133" y="37"/>
                </a:cubicBezTo>
                <a:cubicBezTo>
                  <a:pt x="129" y="37"/>
                  <a:pt x="127" y="34"/>
                  <a:pt x="127" y="29"/>
                </a:cubicBezTo>
                <a:cubicBezTo>
                  <a:pt x="127" y="28"/>
                  <a:pt x="128" y="26"/>
                  <a:pt x="129" y="20"/>
                </a:cubicBezTo>
                <a:cubicBezTo>
                  <a:pt x="129" y="19"/>
                  <a:pt x="130" y="17"/>
                  <a:pt x="130" y="15"/>
                </a:cubicBezTo>
                <a:cubicBezTo>
                  <a:pt x="131" y="12"/>
                  <a:pt x="131" y="11"/>
                  <a:pt x="131" y="11"/>
                </a:cubicBezTo>
                <a:cubicBezTo>
                  <a:pt x="131" y="10"/>
                  <a:pt x="132" y="9"/>
                  <a:pt x="133" y="7"/>
                </a:cubicBezTo>
                <a:cubicBezTo>
                  <a:pt x="134" y="4"/>
                  <a:pt x="134" y="4"/>
                  <a:pt x="134" y="4"/>
                </a:cubicBezTo>
                <a:cubicBezTo>
                  <a:pt x="134" y="5"/>
                  <a:pt x="135" y="4"/>
                  <a:pt x="138" y="3"/>
                </a:cubicBezTo>
                <a:cubicBezTo>
                  <a:pt x="140" y="1"/>
                  <a:pt x="141" y="0"/>
                  <a:pt x="142" y="1"/>
                </a:cubicBezTo>
                <a:cubicBezTo>
                  <a:pt x="142" y="1"/>
                  <a:pt x="144" y="1"/>
                  <a:pt x="148" y="1"/>
                </a:cubicBezTo>
                <a:cubicBezTo>
                  <a:pt x="152" y="0"/>
                  <a:pt x="155" y="0"/>
                  <a:pt x="158" y="0"/>
                </a:cubicBezTo>
                <a:cubicBezTo>
                  <a:pt x="161" y="0"/>
                  <a:pt x="169" y="0"/>
                  <a:pt x="182" y="0"/>
                </a:cubicBezTo>
                <a:cubicBezTo>
                  <a:pt x="194" y="0"/>
                  <a:pt x="206" y="0"/>
                  <a:pt x="218" y="1"/>
                </a:cubicBezTo>
                <a:cubicBezTo>
                  <a:pt x="260" y="1"/>
                  <a:pt x="284" y="1"/>
                  <a:pt x="291" y="1"/>
                </a:cubicBezTo>
                <a:cubicBezTo>
                  <a:pt x="297" y="1"/>
                  <a:pt x="301" y="2"/>
                  <a:pt x="304" y="5"/>
                </a:cubicBezTo>
                <a:cubicBezTo>
                  <a:pt x="304" y="7"/>
                  <a:pt x="314" y="82"/>
                  <a:pt x="333" y="231"/>
                </a:cubicBezTo>
                <a:lnTo>
                  <a:pt x="362" y="455"/>
                </a:lnTo>
                <a:lnTo>
                  <a:pt x="381" y="425"/>
                </a:lnTo>
                <a:cubicBezTo>
                  <a:pt x="393" y="406"/>
                  <a:pt x="410" y="379"/>
                  <a:pt x="432" y="345"/>
                </a:cubicBezTo>
                <a:cubicBezTo>
                  <a:pt x="453" y="311"/>
                  <a:pt x="477" y="273"/>
                  <a:pt x="502" y="233"/>
                </a:cubicBezTo>
                <a:cubicBezTo>
                  <a:pt x="596" y="84"/>
                  <a:pt x="643" y="8"/>
                  <a:pt x="644" y="7"/>
                </a:cubicBezTo>
                <a:cubicBezTo>
                  <a:pt x="645" y="7"/>
                  <a:pt x="647" y="6"/>
                  <a:pt x="648" y="5"/>
                </a:cubicBezTo>
                <a:cubicBezTo>
                  <a:pt x="649" y="4"/>
                  <a:pt x="650" y="3"/>
                  <a:pt x="651" y="3"/>
                </a:cubicBezTo>
                <a:lnTo>
                  <a:pt x="656" y="1"/>
                </a:lnTo>
                <a:lnTo>
                  <a:pt x="733" y="1"/>
                </a:lnTo>
                <a:cubicBezTo>
                  <a:pt x="742" y="1"/>
                  <a:pt x="753" y="1"/>
                  <a:pt x="765" y="1"/>
                </a:cubicBezTo>
                <a:cubicBezTo>
                  <a:pt x="777" y="1"/>
                  <a:pt x="785" y="1"/>
                  <a:pt x="788" y="0"/>
                </a:cubicBezTo>
                <a:cubicBezTo>
                  <a:pt x="806" y="0"/>
                  <a:pt x="815" y="3"/>
                  <a:pt x="815" y="9"/>
                </a:cubicBezTo>
                <a:cubicBezTo>
                  <a:pt x="815" y="12"/>
                  <a:pt x="815" y="16"/>
                  <a:pt x="813" y="23"/>
                </a:cubicBezTo>
                <a:cubicBezTo>
                  <a:pt x="811" y="29"/>
                  <a:pt x="811" y="33"/>
                  <a:pt x="811" y="33"/>
                </a:cubicBezTo>
                <a:cubicBezTo>
                  <a:pt x="808" y="36"/>
                  <a:pt x="799" y="38"/>
                  <a:pt x="781" y="38"/>
                </a:cubicBezTo>
                <a:cubicBezTo>
                  <a:pt x="760" y="38"/>
                  <a:pt x="746" y="39"/>
                  <a:pt x="740" y="40"/>
                </a:cubicBezTo>
                <a:cubicBezTo>
                  <a:pt x="734" y="41"/>
                  <a:pt x="729" y="44"/>
                  <a:pt x="726" y="49"/>
                </a:cubicBezTo>
                <a:cubicBezTo>
                  <a:pt x="724" y="52"/>
                  <a:pt x="705" y="127"/>
                  <a:pt x="668" y="276"/>
                </a:cubicBezTo>
                <a:cubicBezTo>
                  <a:pt x="630" y="425"/>
                  <a:pt x="611" y="500"/>
                  <a:pt x="611" y="501"/>
                </a:cubicBezTo>
                <a:cubicBezTo>
                  <a:pt x="611" y="504"/>
                  <a:pt x="611" y="505"/>
                  <a:pt x="612" y="505"/>
                </a:cubicBezTo>
                <a:cubicBezTo>
                  <a:pt x="612" y="506"/>
                  <a:pt x="614" y="507"/>
                  <a:pt x="617" y="509"/>
                </a:cubicBezTo>
                <a:cubicBezTo>
                  <a:pt x="620" y="510"/>
                  <a:pt x="625" y="511"/>
                  <a:pt x="631" y="510"/>
                </a:cubicBezTo>
                <a:cubicBezTo>
                  <a:pt x="637" y="510"/>
                  <a:pt x="646" y="510"/>
                  <a:pt x="658" y="512"/>
                </a:cubicBezTo>
                <a:lnTo>
                  <a:pt x="683" y="512"/>
                </a:lnTo>
                <a:cubicBezTo>
                  <a:pt x="686" y="517"/>
                  <a:pt x="688" y="520"/>
                  <a:pt x="688" y="521"/>
                </a:cubicBezTo>
                <a:cubicBezTo>
                  <a:pt x="688" y="529"/>
                  <a:pt x="686" y="538"/>
                  <a:pt x="682" y="546"/>
                </a:cubicBezTo>
                <a:cubicBezTo>
                  <a:pt x="680" y="548"/>
                  <a:pt x="675" y="550"/>
                  <a:pt x="669" y="550"/>
                </a:cubicBezTo>
                <a:cubicBezTo>
                  <a:pt x="667" y="550"/>
                  <a:pt x="656" y="549"/>
                  <a:pt x="636" y="549"/>
                </a:cubicBezTo>
                <a:cubicBezTo>
                  <a:pt x="616" y="548"/>
                  <a:pt x="592" y="548"/>
                  <a:pt x="562" y="548"/>
                </a:cubicBezTo>
                <a:cubicBezTo>
                  <a:pt x="529" y="548"/>
                  <a:pt x="505" y="548"/>
                  <a:pt x="488" y="548"/>
                </a:cubicBezTo>
                <a:cubicBezTo>
                  <a:pt x="471" y="548"/>
                  <a:pt x="462" y="548"/>
                  <a:pt x="460" y="549"/>
                </a:cubicBezTo>
                <a:cubicBezTo>
                  <a:pt x="451" y="549"/>
                  <a:pt x="446" y="546"/>
                  <a:pt x="446" y="541"/>
                </a:cubicBezTo>
                <a:cubicBezTo>
                  <a:pt x="446" y="540"/>
                  <a:pt x="447" y="536"/>
                  <a:pt x="448" y="529"/>
                </a:cubicBezTo>
                <a:cubicBezTo>
                  <a:pt x="450" y="520"/>
                  <a:pt x="452" y="515"/>
                  <a:pt x="454" y="514"/>
                </a:cubicBezTo>
                <a:cubicBezTo>
                  <a:pt x="456" y="513"/>
                  <a:pt x="463" y="512"/>
                  <a:pt x="473" y="512"/>
                </a:cubicBezTo>
                <a:cubicBezTo>
                  <a:pt x="487" y="512"/>
                  <a:pt x="503" y="511"/>
                  <a:pt x="521" y="509"/>
                </a:cubicBezTo>
                <a:cubicBezTo>
                  <a:pt x="528" y="508"/>
                  <a:pt x="533" y="505"/>
                  <a:pt x="536" y="500"/>
                </a:cubicBezTo>
                <a:cubicBezTo>
                  <a:pt x="537" y="498"/>
                  <a:pt x="547" y="459"/>
                  <a:pt x="567" y="383"/>
                </a:cubicBezTo>
                <a:cubicBezTo>
                  <a:pt x="586" y="307"/>
                  <a:pt x="605" y="231"/>
                  <a:pt x="624" y="156"/>
                </a:cubicBezTo>
                <a:cubicBezTo>
                  <a:pt x="642" y="80"/>
                  <a:pt x="653" y="43"/>
                  <a:pt x="653" y="43"/>
                </a:cubicBezTo>
                <a:lnTo>
                  <a:pt x="496" y="290"/>
                </a:lnTo>
                <a:cubicBezTo>
                  <a:pt x="391" y="457"/>
                  <a:pt x="337" y="543"/>
                  <a:pt x="335" y="546"/>
                </a:cubicBezTo>
                <a:cubicBezTo>
                  <a:pt x="334" y="546"/>
                  <a:pt x="333" y="547"/>
                  <a:pt x="332" y="547"/>
                </a:cubicBezTo>
                <a:cubicBezTo>
                  <a:pt x="329" y="549"/>
                  <a:pt x="325" y="550"/>
                  <a:pt x="319" y="550"/>
                </a:cubicBezTo>
                <a:cubicBezTo>
                  <a:pt x="311" y="550"/>
                  <a:pt x="306" y="548"/>
                  <a:pt x="304" y="544"/>
                </a:cubicBezTo>
                <a:cubicBezTo>
                  <a:pt x="303" y="542"/>
                  <a:pt x="292" y="458"/>
                  <a:pt x="271" y="295"/>
                </a:cubicBezTo>
                <a:lnTo>
                  <a:pt x="240" y="48"/>
                </a:lnTo>
                <a:lnTo>
                  <a:pt x="186" y="265"/>
                </a:lnTo>
                <a:cubicBezTo>
                  <a:pt x="150" y="407"/>
                  <a:pt x="132" y="481"/>
                  <a:pt x="132" y="485"/>
                </a:cubicBezTo>
                <a:cubicBezTo>
                  <a:pt x="135" y="503"/>
                  <a:pt x="154" y="512"/>
                  <a:pt x="190" y="512"/>
                </a:cubicBezTo>
                <a:lnTo>
                  <a:pt x="198" y="512"/>
                </a:lnTo>
                <a:cubicBezTo>
                  <a:pt x="201" y="515"/>
                  <a:pt x="203" y="517"/>
                  <a:pt x="203" y="519"/>
                </a:cubicBezTo>
                <a:cubicBezTo>
                  <a:pt x="204" y="521"/>
                  <a:pt x="203" y="526"/>
                  <a:pt x="201" y="535"/>
                </a:cubicBezTo>
                <a:cubicBezTo>
                  <a:pt x="199" y="543"/>
                  <a:pt x="197" y="548"/>
                  <a:pt x="194" y="549"/>
                </a:cubicBezTo>
                <a:cubicBezTo>
                  <a:pt x="192" y="549"/>
                  <a:pt x="189" y="550"/>
                  <a:pt x="186" y="550"/>
                </a:cubicBezTo>
                <a:cubicBezTo>
                  <a:pt x="185" y="550"/>
                  <a:pt x="181" y="550"/>
                  <a:pt x="176" y="550"/>
                </a:cubicBezTo>
                <a:cubicBezTo>
                  <a:pt x="171" y="550"/>
                  <a:pt x="162" y="549"/>
                  <a:pt x="149" y="549"/>
                </a:cubicBezTo>
                <a:cubicBezTo>
                  <a:pt x="136" y="548"/>
                  <a:pt x="119" y="548"/>
                  <a:pt x="97" y="548"/>
                </a:cubicBezTo>
                <a:cubicBezTo>
                  <a:pt x="81" y="548"/>
                  <a:pt x="65" y="548"/>
                  <a:pt x="48" y="549"/>
                </a:cubicBezTo>
                <a:cubicBezTo>
                  <a:pt x="31" y="549"/>
                  <a:pt x="21" y="550"/>
                  <a:pt x="18" y="550"/>
                </a:cubicBezTo>
                <a:cubicBezTo>
                  <a:pt x="10" y="550"/>
                  <a:pt x="5" y="549"/>
                  <a:pt x="3" y="548"/>
                </a:cubicBezTo>
                <a:cubicBezTo>
                  <a:pt x="1" y="547"/>
                  <a:pt x="0" y="545"/>
                  <a:pt x="0" y="541"/>
                </a:cubicBezTo>
                <a:cubicBezTo>
                  <a:pt x="0" y="540"/>
                  <a:pt x="0" y="536"/>
                  <a:pt x="2" y="529"/>
                </a:cubicBezTo>
                <a:cubicBezTo>
                  <a:pt x="4" y="522"/>
                  <a:pt x="5" y="518"/>
                  <a:pt x="6" y="517"/>
                </a:cubicBezTo>
                <a:cubicBezTo>
                  <a:pt x="7" y="513"/>
                  <a:pt x="13" y="512"/>
                  <a:pt x="24" y="512"/>
                </a:cubicBezTo>
                <a:cubicBezTo>
                  <a:pt x="61" y="512"/>
                  <a:pt x="85" y="501"/>
                  <a:pt x="95" y="480"/>
                </a:cubicBezTo>
                <a:cubicBezTo>
                  <a:pt x="97" y="477"/>
                  <a:pt x="116" y="405"/>
                  <a:pt x="150" y="265"/>
                </a:cubicBezTo>
                <a:cubicBezTo>
                  <a:pt x="185" y="125"/>
                  <a:pt x="203" y="51"/>
                  <a:pt x="203" y="4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1389240" y="4248000"/>
            <a:ext cx="208800" cy="203760"/>
          </a:xfrm>
          <a:custGeom>
            <a:avLst/>
            <a:gdLst/>
            <a:ahLst/>
            <a:rect l="0" t="0" r="r" b="b"/>
            <a:pathLst>
              <a:path w="580" h="566">
                <a:moveTo>
                  <a:pt x="158" y="37"/>
                </a:moveTo>
                <a:cubicBezTo>
                  <a:pt x="143" y="37"/>
                  <a:pt x="135" y="37"/>
                  <a:pt x="132" y="36"/>
                </a:cubicBezTo>
                <a:cubicBezTo>
                  <a:pt x="130" y="36"/>
                  <a:pt x="128" y="33"/>
                  <a:pt x="128" y="27"/>
                </a:cubicBezTo>
                <a:cubicBezTo>
                  <a:pt x="128" y="13"/>
                  <a:pt x="131" y="4"/>
                  <a:pt x="137" y="1"/>
                </a:cubicBezTo>
                <a:cubicBezTo>
                  <a:pt x="138" y="0"/>
                  <a:pt x="185" y="0"/>
                  <a:pt x="277" y="0"/>
                </a:cubicBezTo>
                <a:cubicBezTo>
                  <a:pt x="369" y="0"/>
                  <a:pt x="418" y="1"/>
                  <a:pt x="426" y="2"/>
                </a:cubicBezTo>
                <a:cubicBezTo>
                  <a:pt x="456" y="7"/>
                  <a:pt x="481" y="14"/>
                  <a:pt x="502" y="25"/>
                </a:cubicBezTo>
                <a:cubicBezTo>
                  <a:pt x="523" y="36"/>
                  <a:pt x="537" y="48"/>
                  <a:pt x="545" y="62"/>
                </a:cubicBezTo>
                <a:cubicBezTo>
                  <a:pt x="554" y="76"/>
                  <a:pt x="560" y="87"/>
                  <a:pt x="562" y="96"/>
                </a:cubicBezTo>
                <a:cubicBezTo>
                  <a:pt x="565" y="105"/>
                  <a:pt x="567" y="114"/>
                  <a:pt x="567" y="123"/>
                </a:cubicBezTo>
                <a:cubicBezTo>
                  <a:pt x="567" y="148"/>
                  <a:pt x="559" y="170"/>
                  <a:pt x="544" y="191"/>
                </a:cubicBezTo>
                <a:cubicBezTo>
                  <a:pt x="528" y="212"/>
                  <a:pt x="510" y="228"/>
                  <a:pt x="490" y="239"/>
                </a:cubicBezTo>
                <a:cubicBezTo>
                  <a:pt x="469" y="250"/>
                  <a:pt x="451" y="259"/>
                  <a:pt x="435" y="266"/>
                </a:cubicBezTo>
                <a:cubicBezTo>
                  <a:pt x="420" y="273"/>
                  <a:pt x="410" y="277"/>
                  <a:pt x="405" y="277"/>
                </a:cubicBezTo>
                <a:lnTo>
                  <a:pt x="411" y="281"/>
                </a:lnTo>
                <a:cubicBezTo>
                  <a:pt x="446" y="301"/>
                  <a:pt x="464" y="331"/>
                  <a:pt x="464" y="370"/>
                </a:cubicBezTo>
                <a:cubicBezTo>
                  <a:pt x="464" y="376"/>
                  <a:pt x="463" y="392"/>
                  <a:pt x="460" y="419"/>
                </a:cubicBezTo>
                <a:cubicBezTo>
                  <a:pt x="458" y="446"/>
                  <a:pt x="456" y="467"/>
                  <a:pt x="456" y="485"/>
                </a:cubicBezTo>
                <a:lnTo>
                  <a:pt x="456" y="492"/>
                </a:lnTo>
                <a:cubicBezTo>
                  <a:pt x="456" y="501"/>
                  <a:pt x="457" y="509"/>
                  <a:pt x="457" y="514"/>
                </a:cubicBezTo>
                <a:cubicBezTo>
                  <a:pt x="458" y="520"/>
                  <a:pt x="461" y="524"/>
                  <a:pt x="466" y="529"/>
                </a:cubicBezTo>
                <a:cubicBezTo>
                  <a:pt x="471" y="533"/>
                  <a:pt x="478" y="535"/>
                  <a:pt x="488" y="536"/>
                </a:cubicBezTo>
                <a:cubicBezTo>
                  <a:pt x="503" y="536"/>
                  <a:pt x="515" y="530"/>
                  <a:pt x="525" y="518"/>
                </a:cubicBezTo>
                <a:cubicBezTo>
                  <a:pt x="534" y="507"/>
                  <a:pt x="541" y="494"/>
                  <a:pt x="545" y="481"/>
                </a:cubicBezTo>
                <a:cubicBezTo>
                  <a:pt x="548" y="473"/>
                  <a:pt x="550" y="469"/>
                  <a:pt x="552" y="467"/>
                </a:cubicBezTo>
                <a:cubicBezTo>
                  <a:pt x="554" y="465"/>
                  <a:pt x="558" y="465"/>
                  <a:pt x="564" y="465"/>
                </a:cubicBezTo>
                <a:cubicBezTo>
                  <a:pt x="575" y="465"/>
                  <a:pt x="580" y="468"/>
                  <a:pt x="580" y="474"/>
                </a:cubicBezTo>
                <a:cubicBezTo>
                  <a:pt x="580" y="484"/>
                  <a:pt x="574" y="499"/>
                  <a:pt x="561" y="520"/>
                </a:cubicBezTo>
                <a:cubicBezTo>
                  <a:pt x="540" y="550"/>
                  <a:pt x="516" y="566"/>
                  <a:pt x="489" y="566"/>
                </a:cubicBezTo>
                <a:lnTo>
                  <a:pt x="480" y="566"/>
                </a:lnTo>
                <a:cubicBezTo>
                  <a:pt x="448" y="566"/>
                  <a:pt x="421" y="559"/>
                  <a:pt x="399" y="546"/>
                </a:cubicBezTo>
                <a:cubicBezTo>
                  <a:pt x="378" y="532"/>
                  <a:pt x="366" y="511"/>
                  <a:pt x="364" y="483"/>
                </a:cubicBezTo>
                <a:cubicBezTo>
                  <a:pt x="364" y="469"/>
                  <a:pt x="368" y="446"/>
                  <a:pt x="376" y="416"/>
                </a:cubicBezTo>
                <a:cubicBezTo>
                  <a:pt x="384" y="385"/>
                  <a:pt x="388" y="366"/>
                  <a:pt x="388" y="357"/>
                </a:cubicBezTo>
                <a:cubicBezTo>
                  <a:pt x="388" y="330"/>
                  <a:pt x="377" y="309"/>
                  <a:pt x="354" y="297"/>
                </a:cubicBezTo>
                <a:cubicBezTo>
                  <a:pt x="346" y="293"/>
                  <a:pt x="339" y="291"/>
                  <a:pt x="334" y="290"/>
                </a:cubicBezTo>
                <a:cubicBezTo>
                  <a:pt x="328" y="290"/>
                  <a:pt x="309" y="289"/>
                  <a:pt x="277" y="289"/>
                </a:cubicBezTo>
                <a:lnTo>
                  <a:pt x="221" y="289"/>
                </a:lnTo>
                <a:lnTo>
                  <a:pt x="196" y="394"/>
                </a:lnTo>
                <a:cubicBezTo>
                  <a:pt x="178" y="465"/>
                  <a:pt x="169" y="500"/>
                  <a:pt x="169" y="501"/>
                </a:cubicBezTo>
                <a:cubicBezTo>
                  <a:pt x="169" y="504"/>
                  <a:pt x="169" y="505"/>
                  <a:pt x="170" y="505"/>
                </a:cubicBezTo>
                <a:cubicBezTo>
                  <a:pt x="170" y="506"/>
                  <a:pt x="172" y="507"/>
                  <a:pt x="176" y="509"/>
                </a:cubicBezTo>
                <a:cubicBezTo>
                  <a:pt x="179" y="510"/>
                  <a:pt x="183" y="511"/>
                  <a:pt x="189" y="510"/>
                </a:cubicBezTo>
                <a:cubicBezTo>
                  <a:pt x="195" y="510"/>
                  <a:pt x="204" y="510"/>
                  <a:pt x="216" y="512"/>
                </a:cubicBezTo>
                <a:lnTo>
                  <a:pt x="241" y="512"/>
                </a:lnTo>
                <a:cubicBezTo>
                  <a:pt x="244" y="516"/>
                  <a:pt x="245" y="519"/>
                  <a:pt x="245" y="519"/>
                </a:cubicBezTo>
                <a:cubicBezTo>
                  <a:pt x="245" y="520"/>
                  <a:pt x="245" y="524"/>
                  <a:pt x="243" y="534"/>
                </a:cubicBezTo>
                <a:cubicBezTo>
                  <a:pt x="241" y="540"/>
                  <a:pt x="238" y="546"/>
                  <a:pt x="235" y="549"/>
                </a:cubicBezTo>
                <a:lnTo>
                  <a:pt x="223" y="549"/>
                </a:lnTo>
                <a:cubicBezTo>
                  <a:pt x="204" y="548"/>
                  <a:pt x="169" y="547"/>
                  <a:pt x="118" y="547"/>
                </a:cubicBezTo>
                <a:cubicBezTo>
                  <a:pt x="100" y="547"/>
                  <a:pt x="83" y="547"/>
                  <a:pt x="67" y="547"/>
                </a:cubicBezTo>
                <a:cubicBezTo>
                  <a:pt x="52" y="547"/>
                  <a:pt x="39" y="547"/>
                  <a:pt x="30" y="547"/>
                </a:cubicBezTo>
                <a:cubicBezTo>
                  <a:pt x="21" y="547"/>
                  <a:pt x="16" y="547"/>
                  <a:pt x="14" y="548"/>
                </a:cubicBezTo>
                <a:cubicBezTo>
                  <a:pt x="4" y="548"/>
                  <a:pt x="0" y="546"/>
                  <a:pt x="0" y="541"/>
                </a:cubicBezTo>
                <a:cubicBezTo>
                  <a:pt x="0" y="540"/>
                  <a:pt x="1" y="536"/>
                  <a:pt x="2" y="530"/>
                </a:cubicBezTo>
                <a:cubicBezTo>
                  <a:pt x="5" y="519"/>
                  <a:pt x="8" y="514"/>
                  <a:pt x="10" y="513"/>
                </a:cubicBezTo>
                <a:cubicBezTo>
                  <a:pt x="12" y="512"/>
                  <a:pt x="16" y="512"/>
                  <a:pt x="22" y="512"/>
                </a:cubicBezTo>
                <a:lnTo>
                  <a:pt x="27" y="512"/>
                </a:lnTo>
                <a:cubicBezTo>
                  <a:pt x="42" y="512"/>
                  <a:pt x="58" y="511"/>
                  <a:pt x="75" y="509"/>
                </a:cubicBezTo>
                <a:cubicBezTo>
                  <a:pt x="83" y="508"/>
                  <a:pt x="88" y="505"/>
                  <a:pt x="91" y="500"/>
                </a:cubicBezTo>
                <a:cubicBezTo>
                  <a:pt x="92" y="498"/>
                  <a:pt x="111" y="423"/>
                  <a:pt x="148" y="276"/>
                </a:cubicBezTo>
                <a:cubicBezTo>
                  <a:pt x="185" y="129"/>
                  <a:pt x="204" y="52"/>
                  <a:pt x="204" y="44"/>
                </a:cubicBezTo>
                <a:cubicBezTo>
                  <a:pt x="204" y="40"/>
                  <a:pt x="188" y="38"/>
                  <a:pt x="158" y="37"/>
                </a:cubicBezTo>
                <a:moveTo>
                  <a:pt x="479" y="103"/>
                </a:moveTo>
                <a:cubicBezTo>
                  <a:pt x="479" y="86"/>
                  <a:pt x="473" y="72"/>
                  <a:pt x="462" y="60"/>
                </a:cubicBezTo>
                <a:cubicBezTo>
                  <a:pt x="451" y="48"/>
                  <a:pt x="428" y="41"/>
                  <a:pt x="393" y="38"/>
                </a:cubicBezTo>
                <a:cubicBezTo>
                  <a:pt x="392" y="38"/>
                  <a:pt x="386" y="38"/>
                  <a:pt x="374" y="38"/>
                </a:cubicBezTo>
                <a:cubicBezTo>
                  <a:pt x="363" y="38"/>
                  <a:pt x="353" y="37"/>
                  <a:pt x="344" y="37"/>
                </a:cubicBezTo>
                <a:lnTo>
                  <a:pt x="326" y="37"/>
                </a:lnTo>
                <a:cubicBezTo>
                  <a:pt x="301" y="37"/>
                  <a:pt x="287" y="40"/>
                  <a:pt x="283" y="45"/>
                </a:cubicBezTo>
                <a:cubicBezTo>
                  <a:pt x="282" y="46"/>
                  <a:pt x="273" y="82"/>
                  <a:pt x="256" y="152"/>
                </a:cubicBezTo>
                <a:cubicBezTo>
                  <a:pt x="238" y="221"/>
                  <a:pt x="229" y="257"/>
                  <a:pt x="229" y="258"/>
                </a:cubicBezTo>
                <a:cubicBezTo>
                  <a:pt x="229" y="259"/>
                  <a:pt x="248" y="259"/>
                  <a:pt x="285" y="259"/>
                </a:cubicBezTo>
                <a:cubicBezTo>
                  <a:pt x="326" y="258"/>
                  <a:pt x="354" y="257"/>
                  <a:pt x="368" y="253"/>
                </a:cubicBezTo>
                <a:cubicBezTo>
                  <a:pt x="402" y="248"/>
                  <a:pt x="429" y="232"/>
                  <a:pt x="448" y="206"/>
                </a:cubicBezTo>
                <a:cubicBezTo>
                  <a:pt x="457" y="194"/>
                  <a:pt x="464" y="178"/>
                  <a:pt x="470" y="158"/>
                </a:cubicBezTo>
                <a:cubicBezTo>
                  <a:pt x="476" y="138"/>
                  <a:pt x="479" y="120"/>
                  <a:pt x="479" y="10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57160" y="3774600"/>
            <a:ext cx="5324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maintaining basic neurological organ functions.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793400" y="4253040"/>
            <a:ext cx="119880" cy="199080"/>
          </a:xfrm>
          <a:custGeom>
            <a:avLst/>
            <a:gdLst/>
            <a:ahLst/>
            <a:rect l="0" t="0" r="r" b="b"/>
            <a:pathLst>
              <a:path w="333" h="553">
                <a:moveTo>
                  <a:pt x="0" y="285"/>
                </a:moveTo>
                <a:cubicBezTo>
                  <a:pt x="0" y="197"/>
                  <a:pt x="22" y="128"/>
                  <a:pt x="65" y="78"/>
                </a:cubicBezTo>
                <a:cubicBezTo>
                  <a:pt x="109" y="26"/>
                  <a:pt x="158" y="0"/>
                  <a:pt x="211" y="0"/>
                </a:cubicBezTo>
                <a:cubicBezTo>
                  <a:pt x="247" y="0"/>
                  <a:pt x="274" y="10"/>
                  <a:pt x="290" y="29"/>
                </a:cubicBezTo>
                <a:cubicBezTo>
                  <a:pt x="306" y="50"/>
                  <a:pt x="314" y="71"/>
                  <a:pt x="314" y="94"/>
                </a:cubicBezTo>
                <a:cubicBezTo>
                  <a:pt x="314" y="108"/>
                  <a:pt x="310" y="119"/>
                  <a:pt x="303" y="127"/>
                </a:cubicBezTo>
                <a:cubicBezTo>
                  <a:pt x="295" y="135"/>
                  <a:pt x="285" y="139"/>
                  <a:pt x="272" y="139"/>
                </a:cubicBezTo>
                <a:cubicBezTo>
                  <a:pt x="259" y="139"/>
                  <a:pt x="249" y="135"/>
                  <a:pt x="241" y="127"/>
                </a:cubicBezTo>
                <a:cubicBezTo>
                  <a:pt x="233" y="120"/>
                  <a:pt x="229" y="109"/>
                  <a:pt x="229" y="96"/>
                </a:cubicBezTo>
                <a:cubicBezTo>
                  <a:pt x="229" y="73"/>
                  <a:pt x="242" y="58"/>
                  <a:pt x="267" y="54"/>
                </a:cubicBezTo>
                <a:cubicBezTo>
                  <a:pt x="255" y="42"/>
                  <a:pt x="238" y="35"/>
                  <a:pt x="217" y="34"/>
                </a:cubicBezTo>
                <a:cubicBezTo>
                  <a:pt x="179" y="34"/>
                  <a:pt x="148" y="50"/>
                  <a:pt x="122" y="82"/>
                </a:cubicBezTo>
                <a:cubicBezTo>
                  <a:pt x="97" y="117"/>
                  <a:pt x="84" y="171"/>
                  <a:pt x="84" y="244"/>
                </a:cubicBezTo>
                <a:lnTo>
                  <a:pt x="85" y="247"/>
                </a:lnTo>
                <a:cubicBezTo>
                  <a:pt x="88" y="244"/>
                  <a:pt x="90" y="240"/>
                  <a:pt x="92" y="236"/>
                </a:cubicBezTo>
                <a:cubicBezTo>
                  <a:pt x="114" y="204"/>
                  <a:pt x="143" y="188"/>
                  <a:pt x="179" y="188"/>
                </a:cubicBezTo>
                <a:lnTo>
                  <a:pt x="182" y="188"/>
                </a:lnTo>
                <a:cubicBezTo>
                  <a:pt x="206" y="188"/>
                  <a:pt x="228" y="193"/>
                  <a:pt x="247" y="204"/>
                </a:cubicBezTo>
                <a:cubicBezTo>
                  <a:pt x="260" y="211"/>
                  <a:pt x="272" y="222"/>
                  <a:pt x="285" y="236"/>
                </a:cubicBezTo>
                <a:cubicBezTo>
                  <a:pt x="298" y="250"/>
                  <a:pt x="308" y="265"/>
                  <a:pt x="316" y="281"/>
                </a:cubicBezTo>
                <a:cubicBezTo>
                  <a:pt x="328" y="308"/>
                  <a:pt x="333" y="336"/>
                  <a:pt x="333" y="367"/>
                </a:cubicBezTo>
                <a:lnTo>
                  <a:pt x="333" y="382"/>
                </a:lnTo>
                <a:cubicBezTo>
                  <a:pt x="333" y="394"/>
                  <a:pt x="332" y="405"/>
                  <a:pt x="329" y="416"/>
                </a:cubicBezTo>
                <a:cubicBezTo>
                  <a:pt x="323" y="448"/>
                  <a:pt x="306" y="478"/>
                  <a:pt x="278" y="508"/>
                </a:cubicBezTo>
                <a:cubicBezTo>
                  <a:pt x="250" y="538"/>
                  <a:pt x="214" y="553"/>
                  <a:pt x="170" y="553"/>
                </a:cubicBezTo>
                <a:cubicBezTo>
                  <a:pt x="156" y="553"/>
                  <a:pt x="141" y="551"/>
                  <a:pt x="126" y="547"/>
                </a:cubicBezTo>
                <a:cubicBezTo>
                  <a:pt x="112" y="543"/>
                  <a:pt x="97" y="535"/>
                  <a:pt x="81" y="523"/>
                </a:cubicBezTo>
                <a:cubicBezTo>
                  <a:pt x="65" y="511"/>
                  <a:pt x="52" y="495"/>
                  <a:pt x="40" y="475"/>
                </a:cubicBezTo>
                <a:cubicBezTo>
                  <a:pt x="29" y="456"/>
                  <a:pt x="20" y="430"/>
                  <a:pt x="11" y="398"/>
                </a:cubicBezTo>
                <a:cubicBezTo>
                  <a:pt x="3" y="366"/>
                  <a:pt x="0" y="328"/>
                  <a:pt x="0" y="285"/>
                </a:cubicBezTo>
                <a:moveTo>
                  <a:pt x="174" y="217"/>
                </a:moveTo>
                <a:cubicBezTo>
                  <a:pt x="158" y="217"/>
                  <a:pt x="144" y="222"/>
                  <a:pt x="132" y="231"/>
                </a:cubicBezTo>
                <a:cubicBezTo>
                  <a:pt x="119" y="240"/>
                  <a:pt x="110" y="252"/>
                  <a:pt x="104" y="267"/>
                </a:cubicBezTo>
                <a:cubicBezTo>
                  <a:pt x="97" y="282"/>
                  <a:pt x="93" y="297"/>
                  <a:pt x="90" y="313"/>
                </a:cubicBezTo>
                <a:cubicBezTo>
                  <a:pt x="87" y="328"/>
                  <a:pt x="86" y="345"/>
                  <a:pt x="85" y="362"/>
                </a:cubicBezTo>
                <a:cubicBezTo>
                  <a:pt x="85" y="407"/>
                  <a:pt x="88" y="439"/>
                  <a:pt x="95" y="458"/>
                </a:cubicBezTo>
                <a:cubicBezTo>
                  <a:pt x="101" y="477"/>
                  <a:pt x="111" y="493"/>
                  <a:pt x="125" y="504"/>
                </a:cubicBezTo>
                <a:cubicBezTo>
                  <a:pt x="139" y="514"/>
                  <a:pt x="153" y="519"/>
                  <a:pt x="169" y="519"/>
                </a:cubicBezTo>
                <a:cubicBezTo>
                  <a:pt x="196" y="519"/>
                  <a:pt x="217" y="509"/>
                  <a:pt x="231" y="488"/>
                </a:cubicBezTo>
                <a:cubicBezTo>
                  <a:pt x="238" y="479"/>
                  <a:pt x="243" y="467"/>
                  <a:pt x="246" y="452"/>
                </a:cubicBezTo>
                <a:cubicBezTo>
                  <a:pt x="249" y="438"/>
                  <a:pt x="250" y="410"/>
                  <a:pt x="250" y="368"/>
                </a:cubicBezTo>
                <a:cubicBezTo>
                  <a:pt x="250" y="325"/>
                  <a:pt x="249" y="297"/>
                  <a:pt x="246" y="282"/>
                </a:cubicBezTo>
                <a:cubicBezTo>
                  <a:pt x="243" y="268"/>
                  <a:pt x="238" y="256"/>
                  <a:pt x="231" y="246"/>
                </a:cubicBezTo>
                <a:cubicBezTo>
                  <a:pt x="217" y="227"/>
                  <a:pt x="198" y="217"/>
                  <a:pt x="174" y="21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4937040" y="425304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6" y="66"/>
                </a:moveTo>
                <a:cubicBezTo>
                  <a:pt x="76" y="22"/>
                  <a:pt x="116" y="0"/>
                  <a:pt x="168" y="0"/>
                </a:cubicBezTo>
                <a:cubicBezTo>
                  <a:pt x="194" y="0"/>
                  <a:pt x="220" y="7"/>
                  <a:pt x="245" y="21"/>
                </a:cubicBezTo>
                <a:cubicBezTo>
                  <a:pt x="271" y="36"/>
                  <a:pt x="293" y="61"/>
                  <a:pt x="309" y="96"/>
                </a:cubicBezTo>
                <a:cubicBezTo>
                  <a:pt x="329" y="140"/>
                  <a:pt x="339" y="201"/>
                  <a:pt x="339" y="279"/>
                </a:cubicBezTo>
                <a:cubicBezTo>
                  <a:pt x="339" y="362"/>
                  <a:pt x="327" y="425"/>
                  <a:pt x="304" y="469"/>
                </a:cubicBezTo>
                <a:cubicBezTo>
                  <a:pt x="293" y="491"/>
                  <a:pt x="279" y="509"/>
                  <a:pt x="259" y="523"/>
                </a:cubicBezTo>
                <a:cubicBezTo>
                  <a:pt x="240" y="536"/>
                  <a:pt x="224" y="544"/>
                  <a:pt x="210" y="548"/>
                </a:cubicBezTo>
                <a:cubicBezTo>
                  <a:pt x="196" y="551"/>
                  <a:pt x="182" y="553"/>
                  <a:pt x="169" y="553"/>
                </a:cubicBezTo>
                <a:cubicBezTo>
                  <a:pt x="155" y="553"/>
                  <a:pt x="141" y="552"/>
                  <a:pt x="127" y="548"/>
                </a:cubicBezTo>
                <a:cubicBezTo>
                  <a:pt x="113" y="545"/>
                  <a:pt x="97" y="537"/>
                  <a:pt x="78" y="523"/>
                </a:cubicBezTo>
                <a:cubicBezTo>
                  <a:pt x="60" y="509"/>
                  <a:pt x="45" y="491"/>
                  <a:pt x="34" y="469"/>
                </a:cubicBezTo>
                <a:cubicBezTo>
                  <a:pt x="11" y="425"/>
                  <a:pt x="0" y="362"/>
                  <a:pt x="0" y="279"/>
                </a:cubicBezTo>
                <a:cubicBezTo>
                  <a:pt x="0" y="186"/>
                  <a:pt x="15" y="115"/>
                  <a:pt x="46" y="66"/>
                </a:cubicBezTo>
                <a:moveTo>
                  <a:pt x="226" y="57"/>
                </a:moveTo>
                <a:cubicBezTo>
                  <a:pt x="210" y="40"/>
                  <a:pt x="191" y="30"/>
                  <a:pt x="169" y="30"/>
                </a:cubicBezTo>
                <a:cubicBezTo>
                  <a:pt x="147" y="30"/>
                  <a:pt x="127" y="40"/>
                  <a:pt x="111" y="57"/>
                </a:cubicBezTo>
                <a:cubicBezTo>
                  <a:pt x="98" y="71"/>
                  <a:pt x="89" y="90"/>
                  <a:pt x="85" y="115"/>
                </a:cubicBezTo>
                <a:cubicBezTo>
                  <a:pt x="81" y="139"/>
                  <a:pt x="78" y="190"/>
                  <a:pt x="78" y="269"/>
                </a:cubicBezTo>
                <a:cubicBezTo>
                  <a:pt x="78" y="353"/>
                  <a:pt x="81" y="409"/>
                  <a:pt x="85" y="435"/>
                </a:cubicBezTo>
                <a:cubicBezTo>
                  <a:pt x="89" y="462"/>
                  <a:pt x="99" y="483"/>
                  <a:pt x="114" y="499"/>
                </a:cubicBezTo>
                <a:cubicBezTo>
                  <a:pt x="129" y="515"/>
                  <a:pt x="147" y="523"/>
                  <a:pt x="169" y="523"/>
                </a:cubicBezTo>
                <a:cubicBezTo>
                  <a:pt x="190" y="523"/>
                  <a:pt x="209" y="515"/>
                  <a:pt x="224" y="499"/>
                </a:cubicBezTo>
                <a:cubicBezTo>
                  <a:pt x="239" y="483"/>
                  <a:pt x="249" y="460"/>
                  <a:pt x="253" y="431"/>
                </a:cubicBezTo>
                <a:cubicBezTo>
                  <a:pt x="256" y="402"/>
                  <a:pt x="258" y="348"/>
                  <a:pt x="259" y="269"/>
                </a:cubicBezTo>
                <a:cubicBezTo>
                  <a:pt x="259" y="191"/>
                  <a:pt x="257" y="140"/>
                  <a:pt x="253" y="115"/>
                </a:cubicBezTo>
                <a:cubicBezTo>
                  <a:pt x="248" y="91"/>
                  <a:pt x="239" y="71"/>
                  <a:pt x="226" y="5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5086440" y="4228920"/>
            <a:ext cx="208080" cy="232920"/>
          </a:xfrm>
          <a:custGeom>
            <a:avLst/>
            <a:gdLst/>
            <a:ahLst/>
            <a:rect l="0" t="0" r="r" b="b"/>
            <a:pathLst>
              <a:path w="578" h="647">
                <a:moveTo>
                  <a:pt x="329" y="116"/>
                </a:moveTo>
                <a:cubicBezTo>
                  <a:pt x="309" y="116"/>
                  <a:pt x="290" y="114"/>
                  <a:pt x="272" y="109"/>
                </a:cubicBezTo>
                <a:cubicBezTo>
                  <a:pt x="253" y="104"/>
                  <a:pt x="239" y="100"/>
                  <a:pt x="228" y="95"/>
                </a:cubicBezTo>
                <a:cubicBezTo>
                  <a:pt x="218" y="90"/>
                  <a:pt x="212" y="87"/>
                  <a:pt x="211" y="87"/>
                </a:cubicBezTo>
                <a:cubicBezTo>
                  <a:pt x="218" y="105"/>
                  <a:pt x="222" y="130"/>
                  <a:pt x="222" y="162"/>
                </a:cubicBezTo>
                <a:cubicBezTo>
                  <a:pt x="222" y="211"/>
                  <a:pt x="211" y="250"/>
                  <a:pt x="191" y="279"/>
                </a:cubicBezTo>
                <a:cubicBezTo>
                  <a:pt x="170" y="309"/>
                  <a:pt x="145" y="324"/>
                  <a:pt x="118" y="324"/>
                </a:cubicBezTo>
                <a:cubicBezTo>
                  <a:pt x="87" y="324"/>
                  <a:pt x="60" y="310"/>
                  <a:pt x="37" y="280"/>
                </a:cubicBezTo>
                <a:cubicBezTo>
                  <a:pt x="13" y="251"/>
                  <a:pt x="0" y="212"/>
                  <a:pt x="0" y="162"/>
                </a:cubicBezTo>
                <a:cubicBezTo>
                  <a:pt x="0" y="114"/>
                  <a:pt x="13" y="76"/>
                  <a:pt x="37" y="46"/>
                </a:cubicBezTo>
                <a:cubicBezTo>
                  <a:pt x="61" y="16"/>
                  <a:pt x="88" y="1"/>
                  <a:pt x="118" y="0"/>
                </a:cubicBezTo>
                <a:cubicBezTo>
                  <a:pt x="138" y="0"/>
                  <a:pt x="157" y="8"/>
                  <a:pt x="174" y="25"/>
                </a:cubicBezTo>
                <a:cubicBezTo>
                  <a:pt x="220" y="66"/>
                  <a:pt x="272" y="87"/>
                  <a:pt x="328" y="87"/>
                </a:cubicBezTo>
                <a:cubicBezTo>
                  <a:pt x="390" y="87"/>
                  <a:pt x="439" y="63"/>
                  <a:pt x="477" y="15"/>
                </a:cubicBezTo>
                <a:cubicBezTo>
                  <a:pt x="483" y="6"/>
                  <a:pt x="488" y="1"/>
                  <a:pt x="491" y="1"/>
                </a:cubicBezTo>
                <a:cubicBezTo>
                  <a:pt x="492" y="0"/>
                  <a:pt x="494" y="0"/>
                  <a:pt x="495" y="0"/>
                </a:cubicBezTo>
                <a:cubicBezTo>
                  <a:pt x="500" y="0"/>
                  <a:pt x="504" y="2"/>
                  <a:pt x="507" y="6"/>
                </a:cubicBezTo>
                <a:cubicBezTo>
                  <a:pt x="511" y="9"/>
                  <a:pt x="512" y="14"/>
                  <a:pt x="511" y="19"/>
                </a:cubicBezTo>
                <a:cubicBezTo>
                  <a:pt x="236" y="434"/>
                  <a:pt x="96" y="642"/>
                  <a:pt x="92" y="644"/>
                </a:cubicBezTo>
                <a:cubicBezTo>
                  <a:pt x="90" y="646"/>
                  <a:pt x="87" y="647"/>
                  <a:pt x="84" y="647"/>
                </a:cubicBezTo>
                <a:cubicBezTo>
                  <a:pt x="77" y="647"/>
                  <a:pt x="72" y="645"/>
                  <a:pt x="69" y="639"/>
                </a:cubicBezTo>
                <a:cubicBezTo>
                  <a:pt x="67" y="634"/>
                  <a:pt x="67" y="629"/>
                  <a:pt x="69" y="624"/>
                </a:cubicBezTo>
                <a:cubicBezTo>
                  <a:pt x="70" y="623"/>
                  <a:pt x="129" y="534"/>
                  <a:pt x="247" y="359"/>
                </a:cubicBezTo>
                <a:cubicBezTo>
                  <a:pt x="303" y="274"/>
                  <a:pt x="347" y="210"/>
                  <a:pt x="377" y="164"/>
                </a:cubicBezTo>
                <a:cubicBezTo>
                  <a:pt x="407" y="119"/>
                  <a:pt x="422" y="96"/>
                  <a:pt x="422" y="96"/>
                </a:cubicBezTo>
                <a:cubicBezTo>
                  <a:pt x="393" y="110"/>
                  <a:pt x="362" y="116"/>
                  <a:pt x="329" y="116"/>
                </a:cubicBezTo>
                <a:moveTo>
                  <a:pt x="122" y="294"/>
                </a:moveTo>
                <a:cubicBezTo>
                  <a:pt x="137" y="294"/>
                  <a:pt x="152" y="283"/>
                  <a:pt x="167" y="260"/>
                </a:cubicBezTo>
                <a:cubicBezTo>
                  <a:pt x="181" y="238"/>
                  <a:pt x="189" y="205"/>
                  <a:pt x="190" y="162"/>
                </a:cubicBezTo>
                <a:cubicBezTo>
                  <a:pt x="190" y="125"/>
                  <a:pt x="183" y="94"/>
                  <a:pt x="170" y="69"/>
                </a:cubicBezTo>
                <a:cubicBezTo>
                  <a:pt x="156" y="44"/>
                  <a:pt x="138" y="31"/>
                  <a:pt x="116" y="31"/>
                </a:cubicBezTo>
                <a:cubicBezTo>
                  <a:pt x="112" y="31"/>
                  <a:pt x="109" y="31"/>
                  <a:pt x="105" y="33"/>
                </a:cubicBezTo>
                <a:cubicBezTo>
                  <a:pt x="101" y="35"/>
                  <a:pt x="96" y="38"/>
                  <a:pt x="90" y="42"/>
                </a:cubicBezTo>
                <a:cubicBezTo>
                  <a:pt x="83" y="46"/>
                  <a:pt x="78" y="54"/>
                  <a:pt x="73" y="66"/>
                </a:cubicBezTo>
                <a:cubicBezTo>
                  <a:pt x="69" y="78"/>
                  <a:pt x="66" y="92"/>
                  <a:pt x="63" y="108"/>
                </a:cubicBezTo>
                <a:cubicBezTo>
                  <a:pt x="62" y="119"/>
                  <a:pt x="61" y="137"/>
                  <a:pt x="61" y="162"/>
                </a:cubicBezTo>
                <a:lnTo>
                  <a:pt x="61" y="179"/>
                </a:lnTo>
                <a:cubicBezTo>
                  <a:pt x="61" y="229"/>
                  <a:pt x="70" y="262"/>
                  <a:pt x="88" y="279"/>
                </a:cubicBezTo>
                <a:cubicBezTo>
                  <a:pt x="98" y="289"/>
                  <a:pt x="108" y="294"/>
                  <a:pt x="118" y="294"/>
                </a:cubicBezTo>
                <a:lnTo>
                  <a:pt x="122" y="294"/>
                </a:lnTo>
                <a:moveTo>
                  <a:pt x="357" y="485"/>
                </a:moveTo>
                <a:cubicBezTo>
                  <a:pt x="357" y="438"/>
                  <a:pt x="368" y="400"/>
                  <a:pt x="392" y="370"/>
                </a:cubicBezTo>
                <a:cubicBezTo>
                  <a:pt x="415" y="340"/>
                  <a:pt x="443" y="325"/>
                  <a:pt x="474" y="324"/>
                </a:cubicBezTo>
                <a:cubicBezTo>
                  <a:pt x="502" y="324"/>
                  <a:pt x="526" y="339"/>
                  <a:pt x="547" y="368"/>
                </a:cubicBezTo>
                <a:cubicBezTo>
                  <a:pt x="567" y="398"/>
                  <a:pt x="577" y="437"/>
                  <a:pt x="578" y="485"/>
                </a:cubicBezTo>
                <a:cubicBezTo>
                  <a:pt x="578" y="534"/>
                  <a:pt x="568" y="573"/>
                  <a:pt x="547" y="603"/>
                </a:cubicBezTo>
                <a:cubicBezTo>
                  <a:pt x="525" y="632"/>
                  <a:pt x="501" y="647"/>
                  <a:pt x="474" y="647"/>
                </a:cubicBezTo>
                <a:cubicBezTo>
                  <a:pt x="444" y="647"/>
                  <a:pt x="417" y="633"/>
                  <a:pt x="393" y="603"/>
                </a:cubicBezTo>
                <a:cubicBezTo>
                  <a:pt x="369" y="573"/>
                  <a:pt x="357" y="534"/>
                  <a:pt x="357" y="485"/>
                </a:cubicBezTo>
                <a:moveTo>
                  <a:pt x="478" y="617"/>
                </a:moveTo>
                <a:cubicBezTo>
                  <a:pt x="493" y="617"/>
                  <a:pt x="508" y="606"/>
                  <a:pt x="523" y="583"/>
                </a:cubicBezTo>
                <a:cubicBezTo>
                  <a:pt x="538" y="561"/>
                  <a:pt x="545" y="528"/>
                  <a:pt x="546" y="485"/>
                </a:cubicBezTo>
                <a:cubicBezTo>
                  <a:pt x="546" y="449"/>
                  <a:pt x="539" y="418"/>
                  <a:pt x="526" y="392"/>
                </a:cubicBezTo>
                <a:cubicBezTo>
                  <a:pt x="512" y="367"/>
                  <a:pt x="495" y="355"/>
                  <a:pt x="472" y="355"/>
                </a:cubicBezTo>
                <a:cubicBezTo>
                  <a:pt x="468" y="355"/>
                  <a:pt x="465" y="356"/>
                  <a:pt x="461" y="357"/>
                </a:cubicBezTo>
                <a:cubicBezTo>
                  <a:pt x="457" y="359"/>
                  <a:pt x="452" y="362"/>
                  <a:pt x="446" y="366"/>
                </a:cubicBezTo>
                <a:cubicBezTo>
                  <a:pt x="439" y="370"/>
                  <a:pt x="434" y="378"/>
                  <a:pt x="430" y="390"/>
                </a:cubicBezTo>
                <a:cubicBezTo>
                  <a:pt x="425" y="402"/>
                  <a:pt x="422" y="416"/>
                  <a:pt x="419" y="433"/>
                </a:cubicBezTo>
                <a:cubicBezTo>
                  <a:pt x="419" y="439"/>
                  <a:pt x="418" y="457"/>
                  <a:pt x="418" y="485"/>
                </a:cubicBezTo>
                <a:lnTo>
                  <a:pt x="418" y="503"/>
                </a:lnTo>
                <a:cubicBezTo>
                  <a:pt x="418" y="579"/>
                  <a:pt x="437" y="617"/>
                  <a:pt x="474" y="617"/>
                </a:cubicBezTo>
                <a:lnTo>
                  <a:pt x="478" y="6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599120" y="4193640"/>
            <a:ext cx="31860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accounts for approximately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673600" y="4250160"/>
            <a:ext cx="124560" cy="201960"/>
          </a:xfrm>
          <a:custGeom>
            <a:avLst/>
            <a:gdLst/>
            <a:ahLst/>
            <a:rect l="0" t="0" r="r" b="b"/>
            <a:pathLst>
              <a:path w="346" h="561">
                <a:moveTo>
                  <a:pt x="0" y="175"/>
                </a:moveTo>
                <a:cubicBezTo>
                  <a:pt x="0" y="174"/>
                  <a:pt x="5" y="145"/>
                  <a:pt x="13" y="88"/>
                </a:cubicBezTo>
                <a:lnTo>
                  <a:pt x="26" y="2"/>
                </a:lnTo>
                <a:cubicBezTo>
                  <a:pt x="26" y="1"/>
                  <a:pt x="32" y="0"/>
                  <a:pt x="42" y="0"/>
                </a:cubicBezTo>
                <a:lnTo>
                  <a:pt x="58" y="0"/>
                </a:lnTo>
                <a:lnTo>
                  <a:pt x="58" y="4"/>
                </a:lnTo>
                <a:cubicBezTo>
                  <a:pt x="58" y="9"/>
                  <a:pt x="62" y="14"/>
                  <a:pt x="70" y="17"/>
                </a:cubicBezTo>
                <a:cubicBezTo>
                  <a:pt x="78" y="21"/>
                  <a:pt x="92" y="23"/>
                  <a:pt x="112" y="24"/>
                </a:cubicBezTo>
                <a:cubicBezTo>
                  <a:pt x="132" y="26"/>
                  <a:pt x="177" y="26"/>
                  <a:pt x="249" y="26"/>
                </a:cubicBezTo>
                <a:lnTo>
                  <a:pt x="346" y="26"/>
                </a:lnTo>
                <a:lnTo>
                  <a:pt x="346" y="57"/>
                </a:lnTo>
                <a:lnTo>
                  <a:pt x="291" y="132"/>
                </a:lnTo>
                <a:cubicBezTo>
                  <a:pt x="286" y="138"/>
                  <a:pt x="278" y="149"/>
                  <a:pt x="267" y="164"/>
                </a:cubicBezTo>
                <a:cubicBezTo>
                  <a:pt x="256" y="179"/>
                  <a:pt x="249" y="189"/>
                  <a:pt x="245" y="194"/>
                </a:cubicBezTo>
                <a:cubicBezTo>
                  <a:pt x="242" y="199"/>
                  <a:pt x="237" y="207"/>
                  <a:pt x="228" y="220"/>
                </a:cubicBezTo>
                <a:cubicBezTo>
                  <a:pt x="220" y="233"/>
                  <a:pt x="214" y="242"/>
                  <a:pt x="212" y="249"/>
                </a:cubicBezTo>
                <a:cubicBezTo>
                  <a:pt x="209" y="256"/>
                  <a:pt x="205" y="266"/>
                  <a:pt x="200" y="279"/>
                </a:cubicBezTo>
                <a:cubicBezTo>
                  <a:pt x="196" y="292"/>
                  <a:pt x="192" y="304"/>
                  <a:pt x="190" y="316"/>
                </a:cubicBezTo>
                <a:cubicBezTo>
                  <a:pt x="188" y="328"/>
                  <a:pt x="186" y="342"/>
                  <a:pt x="184" y="359"/>
                </a:cubicBezTo>
                <a:cubicBezTo>
                  <a:pt x="181" y="376"/>
                  <a:pt x="180" y="394"/>
                  <a:pt x="179" y="414"/>
                </a:cubicBezTo>
                <a:cubicBezTo>
                  <a:pt x="178" y="433"/>
                  <a:pt x="177" y="455"/>
                  <a:pt x="176" y="479"/>
                </a:cubicBezTo>
                <a:cubicBezTo>
                  <a:pt x="176" y="487"/>
                  <a:pt x="176" y="494"/>
                  <a:pt x="176" y="502"/>
                </a:cubicBezTo>
                <a:cubicBezTo>
                  <a:pt x="176" y="509"/>
                  <a:pt x="176" y="516"/>
                  <a:pt x="176" y="521"/>
                </a:cubicBezTo>
                <a:lnTo>
                  <a:pt x="176" y="528"/>
                </a:lnTo>
                <a:cubicBezTo>
                  <a:pt x="173" y="537"/>
                  <a:pt x="168" y="545"/>
                  <a:pt x="160" y="552"/>
                </a:cubicBezTo>
                <a:cubicBezTo>
                  <a:pt x="152" y="558"/>
                  <a:pt x="143" y="561"/>
                  <a:pt x="133" y="561"/>
                </a:cubicBezTo>
                <a:cubicBezTo>
                  <a:pt x="127" y="561"/>
                  <a:pt x="121" y="560"/>
                  <a:pt x="116" y="559"/>
                </a:cubicBezTo>
                <a:cubicBezTo>
                  <a:pt x="111" y="557"/>
                  <a:pt x="105" y="552"/>
                  <a:pt x="99" y="544"/>
                </a:cubicBezTo>
                <a:cubicBezTo>
                  <a:pt x="93" y="535"/>
                  <a:pt x="90" y="524"/>
                  <a:pt x="90" y="512"/>
                </a:cubicBezTo>
                <a:cubicBezTo>
                  <a:pt x="90" y="427"/>
                  <a:pt x="116" y="339"/>
                  <a:pt x="168" y="248"/>
                </a:cubicBezTo>
                <a:cubicBezTo>
                  <a:pt x="179" y="231"/>
                  <a:pt x="201" y="198"/>
                  <a:pt x="237" y="150"/>
                </a:cubicBezTo>
                <a:lnTo>
                  <a:pt x="274" y="100"/>
                </a:lnTo>
                <a:lnTo>
                  <a:pt x="198" y="100"/>
                </a:lnTo>
                <a:cubicBezTo>
                  <a:pt x="105" y="100"/>
                  <a:pt x="56" y="101"/>
                  <a:pt x="51" y="105"/>
                </a:cubicBezTo>
                <a:cubicBezTo>
                  <a:pt x="48" y="106"/>
                  <a:pt x="45" y="113"/>
                  <a:pt x="42" y="124"/>
                </a:cubicBezTo>
                <a:cubicBezTo>
                  <a:pt x="40" y="135"/>
                  <a:pt x="37" y="147"/>
                  <a:pt x="34" y="158"/>
                </a:cubicBezTo>
                <a:lnTo>
                  <a:pt x="32" y="175"/>
                </a:lnTo>
                <a:lnTo>
                  <a:pt x="32" y="178"/>
                </a:lnTo>
                <a:lnTo>
                  <a:pt x="0" y="178"/>
                </a:lnTo>
                <a:lnTo>
                  <a:pt x="0" y="175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813280" y="425304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6" y="66"/>
                </a:moveTo>
                <a:cubicBezTo>
                  <a:pt x="76" y="22"/>
                  <a:pt x="117" y="0"/>
                  <a:pt x="168" y="0"/>
                </a:cubicBezTo>
                <a:cubicBezTo>
                  <a:pt x="194" y="0"/>
                  <a:pt x="221" y="7"/>
                  <a:pt x="246" y="21"/>
                </a:cubicBezTo>
                <a:cubicBezTo>
                  <a:pt x="272" y="36"/>
                  <a:pt x="293" y="61"/>
                  <a:pt x="309" y="96"/>
                </a:cubicBezTo>
                <a:cubicBezTo>
                  <a:pt x="329" y="140"/>
                  <a:pt x="339" y="201"/>
                  <a:pt x="339" y="279"/>
                </a:cubicBezTo>
                <a:cubicBezTo>
                  <a:pt x="339" y="362"/>
                  <a:pt x="327" y="425"/>
                  <a:pt x="304" y="469"/>
                </a:cubicBezTo>
                <a:cubicBezTo>
                  <a:pt x="294" y="491"/>
                  <a:pt x="279" y="509"/>
                  <a:pt x="260" y="523"/>
                </a:cubicBezTo>
                <a:cubicBezTo>
                  <a:pt x="241" y="536"/>
                  <a:pt x="225" y="544"/>
                  <a:pt x="211" y="548"/>
                </a:cubicBezTo>
                <a:cubicBezTo>
                  <a:pt x="196" y="551"/>
                  <a:pt x="183" y="553"/>
                  <a:pt x="169" y="553"/>
                </a:cubicBezTo>
                <a:cubicBezTo>
                  <a:pt x="155" y="553"/>
                  <a:pt x="141" y="552"/>
                  <a:pt x="128" y="548"/>
                </a:cubicBezTo>
                <a:cubicBezTo>
                  <a:pt x="114" y="545"/>
                  <a:pt x="97" y="537"/>
                  <a:pt x="79" y="523"/>
                </a:cubicBezTo>
                <a:cubicBezTo>
                  <a:pt x="60" y="509"/>
                  <a:pt x="45" y="491"/>
                  <a:pt x="35" y="469"/>
                </a:cubicBezTo>
                <a:cubicBezTo>
                  <a:pt x="12" y="425"/>
                  <a:pt x="0" y="362"/>
                  <a:pt x="0" y="279"/>
                </a:cubicBezTo>
                <a:cubicBezTo>
                  <a:pt x="0" y="186"/>
                  <a:pt x="15" y="115"/>
                  <a:pt x="46" y="66"/>
                </a:cubicBezTo>
                <a:moveTo>
                  <a:pt x="227" y="57"/>
                </a:moveTo>
                <a:cubicBezTo>
                  <a:pt x="211" y="40"/>
                  <a:pt x="191" y="30"/>
                  <a:pt x="169" y="30"/>
                </a:cubicBezTo>
                <a:cubicBezTo>
                  <a:pt x="147" y="30"/>
                  <a:pt x="128" y="40"/>
                  <a:pt x="112" y="57"/>
                </a:cubicBezTo>
                <a:cubicBezTo>
                  <a:pt x="98" y="71"/>
                  <a:pt x="89" y="90"/>
                  <a:pt x="85" y="115"/>
                </a:cubicBezTo>
                <a:cubicBezTo>
                  <a:pt x="81" y="139"/>
                  <a:pt x="79" y="190"/>
                  <a:pt x="79" y="269"/>
                </a:cubicBezTo>
                <a:cubicBezTo>
                  <a:pt x="79" y="353"/>
                  <a:pt x="81" y="409"/>
                  <a:pt x="85" y="435"/>
                </a:cubicBezTo>
                <a:cubicBezTo>
                  <a:pt x="89" y="462"/>
                  <a:pt x="99" y="483"/>
                  <a:pt x="114" y="499"/>
                </a:cubicBezTo>
                <a:cubicBezTo>
                  <a:pt x="129" y="515"/>
                  <a:pt x="147" y="523"/>
                  <a:pt x="169" y="523"/>
                </a:cubicBezTo>
                <a:cubicBezTo>
                  <a:pt x="191" y="523"/>
                  <a:pt x="210" y="515"/>
                  <a:pt x="225" y="499"/>
                </a:cubicBezTo>
                <a:cubicBezTo>
                  <a:pt x="240" y="483"/>
                  <a:pt x="250" y="460"/>
                  <a:pt x="254" y="431"/>
                </a:cubicBezTo>
                <a:cubicBezTo>
                  <a:pt x="257" y="402"/>
                  <a:pt x="260" y="348"/>
                  <a:pt x="260" y="269"/>
                </a:cubicBezTo>
                <a:cubicBezTo>
                  <a:pt x="260" y="191"/>
                  <a:pt x="258" y="140"/>
                  <a:pt x="254" y="115"/>
                </a:cubicBezTo>
                <a:cubicBezTo>
                  <a:pt x="249" y="91"/>
                  <a:pt x="241" y="71"/>
                  <a:pt x="227" y="5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5962680" y="4228920"/>
            <a:ext cx="208080" cy="232920"/>
          </a:xfrm>
          <a:custGeom>
            <a:avLst/>
            <a:gdLst/>
            <a:ahLst/>
            <a:rect l="0" t="0" r="r" b="b"/>
            <a:pathLst>
              <a:path w="578" h="647">
                <a:moveTo>
                  <a:pt x="328" y="116"/>
                </a:moveTo>
                <a:cubicBezTo>
                  <a:pt x="308" y="116"/>
                  <a:pt x="289" y="114"/>
                  <a:pt x="271" y="109"/>
                </a:cubicBezTo>
                <a:cubicBezTo>
                  <a:pt x="253" y="104"/>
                  <a:pt x="238" y="100"/>
                  <a:pt x="227" y="95"/>
                </a:cubicBezTo>
                <a:cubicBezTo>
                  <a:pt x="217" y="90"/>
                  <a:pt x="211" y="87"/>
                  <a:pt x="211" y="87"/>
                </a:cubicBezTo>
                <a:cubicBezTo>
                  <a:pt x="218" y="105"/>
                  <a:pt x="221" y="130"/>
                  <a:pt x="221" y="162"/>
                </a:cubicBezTo>
                <a:cubicBezTo>
                  <a:pt x="221" y="211"/>
                  <a:pt x="211" y="250"/>
                  <a:pt x="190" y="279"/>
                </a:cubicBezTo>
                <a:cubicBezTo>
                  <a:pt x="169" y="309"/>
                  <a:pt x="145" y="324"/>
                  <a:pt x="117" y="324"/>
                </a:cubicBezTo>
                <a:cubicBezTo>
                  <a:pt x="86" y="324"/>
                  <a:pt x="59" y="310"/>
                  <a:pt x="36" y="280"/>
                </a:cubicBezTo>
                <a:cubicBezTo>
                  <a:pt x="12" y="251"/>
                  <a:pt x="0" y="212"/>
                  <a:pt x="0" y="162"/>
                </a:cubicBezTo>
                <a:cubicBezTo>
                  <a:pt x="0" y="114"/>
                  <a:pt x="12" y="76"/>
                  <a:pt x="36" y="46"/>
                </a:cubicBezTo>
                <a:cubicBezTo>
                  <a:pt x="60" y="16"/>
                  <a:pt x="87" y="1"/>
                  <a:pt x="117" y="0"/>
                </a:cubicBezTo>
                <a:cubicBezTo>
                  <a:pt x="138" y="0"/>
                  <a:pt x="156" y="8"/>
                  <a:pt x="173" y="25"/>
                </a:cubicBezTo>
                <a:cubicBezTo>
                  <a:pt x="219" y="66"/>
                  <a:pt x="271" y="87"/>
                  <a:pt x="327" y="87"/>
                </a:cubicBezTo>
                <a:cubicBezTo>
                  <a:pt x="389" y="87"/>
                  <a:pt x="439" y="63"/>
                  <a:pt x="477" y="15"/>
                </a:cubicBezTo>
                <a:cubicBezTo>
                  <a:pt x="483" y="6"/>
                  <a:pt x="488" y="1"/>
                  <a:pt x="492" y="1"/>
                </a:cubicBezTo>
                <a:cubicBezTo>
                  <a:pt x="493" y="0"/>
                  <a:pt x="494" y="0"/>
                  <a:pt x="496" y="0"/>
                </a:cubicBezTo>
                <a:cubicBezTo>
                  <a:pt x="500" y="0"/>
                  <a:pt x="504" y="2"/>
                  <a:pt x="508" y="6"/>
                </a:cubicBezTo>
                <a:cubicBezTo>
                  <a:pt x="511" y="9"/>
                  <a:pt x="512" y="14"/>
                  <a:pt x="512" y="19"/>
                </a:cubicBezTo>
                <a:cubicBezTo>
                  <a:pt x="235" y="434"/>
                  <a:pt x="95" y="642"/>
                  <a:pt x="91" y="644"/>
                </a:cubicBezTo>
                <a:cubicBezTo>
                  <a:pt x="89" y="646"/>
                  <a:pt x="86" y="647"/>
                  <a:pt x="83" y="647"/>
                </a:cubicBezTo>
                <a:cubicBezTo>
                  <a:pt x="76" y="647"/>
                  <a:pt x="71" y="645"/>
                  <a:pt x="69" y="639"/>
                </a:cubicBezTo>
                <a:cubicBezTo>
                  <a:pt x="66" y="634"/>
                  <a:pt x="66" y="629"/>
                  <a:pt x="69" y="624"/>
                </a:cubicBezTo>
                <a:cubicBezTo>
                  <a:pt x="69" y="623"/>
                  <a:pt x="128" y="534"/>
                  <a:pt x="246" y="359"/>
                </a:cubicBezTo>
                <a:cubicBezTo>
                  <a:pt x="303" y="274"/>
                  <a:pt x="346" y="210"/>
                  <a:pt x="376" y="164"/>
                </a:cubicBezTo>
                <a:cubicBezTo>
                  <a:pt x="406" y="119"/>
                  <a:pt x="421" y="96"/>
                  <a:pt x="421" y="96"/>
                </a:cubicBezTo>
                <a:cubicBezTo>
                  <a:pt x="392" y="110"/>
                  <a:pt x="361" y="116"/>
                  <a:pt x="328" y="116"/>
                </a:cubicBezTo>
                <a:moveTo>
                  <a:pt x="121" y="294"/>
                </a:moveTo>
                <a:cubicBezTo>
                  <a:pt x="136" y="294"/>
                  <a:pt x="151" y="283"/>
                  <a:pt x="166" y="260"/>
                </a:cubicBezTo>
                <a:cubicBezTo>
                  <a:pt x="181" y="238"/>
                  <a:pt x="188" y="205"/>
                  <a:pt x="189" y="162"/>
                </a:cubicBezTo>
                <a:cubicBezTo>
                  <a:pt x="189" y="125"/>
                  <a:pt x="182" y="94"/>
                  <a:pt x="169" y="69"/>
                </a:cubicBezTo>
                <a:cubicBezTo>
                  <a:pt x="156" y="44"/>
                  <a:pt x="138" y="31"/>
                  <a:pt x="115" y="31"/>
                </a:cubicBezTo>
                <a:cubicBezTo>
                  <a:pt x="111" y="31"/>
                  <a:pt x="108" y="31"/>
                  <a:pt x="104" y="33"/>
                </a:cubicBezTo>
                <a:cubicBezTo>
                  <a:pt x="100" y="35"/>
                  <a:pt x="95" y="38"/>
                  <a:pt x="89" y="42"/>
                </a:cubicBezTo>
                <a:cubicBezTo>
                  <a:pt x="82" y="46"/>
                  <a:pt x="77" y="54"/>
                  <a:pt x="73" y="66"/>
                </a:cubicBezTo>
                <a:cubicBezTo>
                  <a:pt x="68" y="78"/>
                  <a:pt x="65" y="92"/>
                  <a:pt x="62" y="108"/>
                </a:cubicBezTo>
                <a:cubicBezTo>
                  <a:pt x="61" y="119"/>
                  <a:pt x="61" y="137"/>
                  <a:pt x="61" y="162"/>
                </a:cubicBezTo>
                <a:lnTo>
                  <a:pt x="61" y="179"/>
                </a:lnTo>
                <a:cubicBezTo>
                  <a:pt x="61" y="229"/>
                  <a:pt x="69" y="262"/>
                  <a:pt x="87" y="279"/>
                </a:cubicBezTo>
                <a:cubicBezTo>
                  <a:pt x="97" y="289"/>
                  <a:pt x="107" y="294"/>
                  <a:pt x="118" y="294"/>
                </a:cubicBezTo>
                <a:lnTo>
                  <a:pt x="121" y="294"/>
                </a:lnTo>
                <a:moveTo>
                  <a:pt x="356" y="485"/>
                </a:moveTo>
                <a:cubicBezTo>
                  <a:pt x="356" y="438"/>
                  <a:pt x="368" y="400"/>
                  <a:pt x="391" y="370"/>
                </a:cubicBezTo>
                <a:cubicBezTo>
                  <a:pt x="415" y="340"/>
                  <a:pt x="442" y="325"/>
                  <a:pt x="475" y="324"/>
                </a:cubicBezTo>
                <a:cubicBezTo>
                  <a:pt x="502" y="324"/>
                  <a:pt x="527" y="339"/>
                  <a:pt x="547" y="368"/>
                </a:cubicBezTo>
                <a:cubicBezTo>
                  <a:pt x="567" y="398"/>
                  <a:pt x="578" y="437"/>
                  <a:pt x="578" y="485"/>
                </a:cubicBezTo>
                <a:cubicBezTo>
                  <a:pt x="579" y="534"/>
                  <a:pt x="568" y="573"/>
                  <a:pt x="547" y="603"/>
                </a:cubicBezTo>
                <a:cubicBezTo>
                  <a:pt x="525" y="632"/>
                  <a:pt x="501" y="647"/>
                  <a:pt x="474" y="647"/>
                </a:cubicBezTo>
                <a:cubicBezTo>
                  <a:pt x="443" y="647"/>
                  <a:pt x="416" y="633"/>
                  <a:pt x="392" y="603"/>
                </a:cubicBezTo>
                <a:cubicBezTo>
                  <a:pt x="368" y="573"/>
                  <a:pt x="356" y="534"/>
                  <a:pt x="356" y="485"/>
                </a:cubicBezTo>
                <a:moveTo>
                  <a:pt x="478" y="617"/>
                </a:moveTo>
                <a:cubicBezTo>
                  <a:pt x="493" y="617"/>
                  <a:pt x="508" y="606"/>
                  <a:pt x="523" y="583"/>
                </a:cubicBezTo>
                <a:cubicBezTo>
                  <a:pt x="538" y="561"/>
                  <a:pt x="546" y="528"/>
                  <a:pt x="546" y="485"/>
                </a:cubicBezTo>
                <a:cubicBezTo>
                  <a:pt x="546" y="449"/>
                  <a:pt x="539" y="418"/>
                  <a:pt x="526" y="392"/>
                </a:cubicBezTo>
                <a:cubicBezTo>
                  <a:pt x="513" y="367"/>
                  <a:pt x="495" y="355"/>
                  <a:pt x="472" y="355"/>
                </a:cubicBezTo>
                <a:cubicBezTo>
                  <a:pt x="469" y="355"/>
                  <a:pt x="465" y="356"/>
                  <a:pt x="461" y="357"/>
                </a:cubicBezTo>
                <a:cubicBezTo>
                  <a:pt x="456" y="359"/>
                  <a:pt x="451" y="362"/>
                  <a:pt x="445" y="366"/>
                </a:cubicBezTo>
                <a:cubicBezTo>
                  <a:pt x="438" y="370"/>
                  <a:pt x="433" y="378"/>
                  <a:pt x="429" y="390"/>
                </a:cubicBezTo>
                <a:cubicBezTo>
                  <a:pt x="424" y="402"/>
                  <a:pt x="421" y="416"/>
                  <a:pt x="418" y="433"/>
                </a:cubicBezTo>
                <a:cubicBezTo>
                  <a:pt x="418" y="439"/>
                  <a:pt x="418" y="457"/>
                  <a:pt x="418" y="485"/>
                </a:cubicBezTo>
                <a:lnTo>
                  <a:pt x="418" y="503"/>
                </a:lnTo>
                <a:cubicBezTo>
                  <a:pt x="418" y="579"/>
                  <a:pt x="436" y="617"/>
                  <a:pt x="475" y="617"/>
                </a:cubicBezTo>
                <a:lnTo>
                  <a:pt x="478" y="61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307120" y="4193640"/>
            <a:ext cx="3546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to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190200" y="4193640"/>
            <a:ext cx="42984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of a typical human's total daily energy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857160" y="4546080"/>
            <a:ext cx="4872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expenditure before adding physical activity.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80880" y="1939320"/>
            <a:ext cx="58255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Primary Variables Inﬂuencing BMR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857160" y="2640960"/>
            <a:ext cx="10357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Muscle tissue is highly metabolically active, meaning individuals with greater lean body mass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401080" y="3057480"/>
            <a:ext cx="208440" cy="197280"/>
          </a:xfrm>
          <a:custGeom>
            <a:avLst/>
            <a:gdLst/>
            <a:ahLst/>
            <a:rect l="0" t="0" r="r" b="b"/>
            <a:pathLst>
              <a:path w="579" h="548">
                <a:moveTo>
                  <a:pt x="157" y="37"/>
                </a:moveTo>
                <a:cubicBezTo>
                  <a:pt x="143" y="37"/>
                  <a:pt x="134" y="36"/>
                  <a:pt x="132" y="36"/>
                </a:cubicBezTo>
                <a:cubicBezTo>
                  <a:pt x="129" y="35"/>
                  <a:pt x="128" y="32"/>
                  <a:pt x="128" y="27"/>
                </a:cubicBezTo>
                <a:cubicBezTo>
                  <a:pt x="128" y="12"/>
                  <a:pt x="130" y="4"/>
                  <a:pt x="136" y="0"/>
                </a:cubicBezTo>
                <a:cubicBezTo>
                  <a:pt x="137" y="0"/>
                  <a:pt x="172" y="0"/>
                  <a:pt x="241" y="0"/>
                </a:cubicBezTo>
                <a:cubicBezTo>
                  <a:pt x="380" y="0"/>
                  <a:pt x="453" y="0"/>
                  <a:pt x="461" y="1"/>
                </a:cubicBezTo>
                <a:cubicBezTo>
                  <a:pt x="494" y="7"/>
                  <a:pt x="522" y="19"/>
                  <a:pt x="545" y="37"/>
                </a:cubicBezTo>
                <a:cubicBezTo>
                  <a:pt x="567" y="56"/>
                  <a:pt x="579" y="81"/>
                  <a:pt x="579" y="111"/>
                </a:cubicBezTo>
                <a:cubicBezTo>
                  <a:pt x="579" y="145"/>
                  <a:pt x="564" y="176"/>
                  <a:pt x="533" y="203"/>
                </a:cubicBezTo>
                <a:cubicBezTo>
                  <a:pt x="502" y="231"/>
                  <a:pt x="466" y="249"/>
                  <a:pt x="426" y="259"/>
                </a:cubicBezTo>
                <a:lnTo>
                  <a:pt x="418" y="261"/>
                </a:lnTo>
                <a:cubicBezTo>
                  <a:pt x="452" y="266"/>
                  <a:pt x="480" y="278"/>
                  <a:pt x="502" y="298"/>
                </a:cubicBezTo>
                <a:cubicBezTo>
                  <a:pt x="524" y="318"/>
                  <a:pt x="535" y="342"/>
                  <a:pt x="536" y="372"/>
                </a:cubicBezTo>
                <a:cubicBezTo>
                  <a:pt x="536" y="411"/>
                  <a:pt x="517" y="449"/>
                  <a:pt x="478" y="485"/>
                </a:cubicBezTo>
                <a:cubicBezTo>
                  <a:pt x="440" y="521"/>
                  <a:pt x="392" y="543"/>
                  <a:pt x="336" y="548"/>
                </a:cubicBezTo>
                <a:cubicBezTo>
                  <a:pt x="332" y="548"/>
                  <a:pt x="275" y="548"/>
                  <a:pt x="166" y="548"/>
                </a:cubicBezTo>
                <a:cubicBezTo>
                  <a:pt x="59" y="548"/>
                  <a:pt x="5" y="548"/>
                  <a:pt x="3" y="547"/>
                </a:cubicBezTo>
                <a:cubicBezTo>
                  <a:pt x="1" y="545"/>
                  <a:pt x="0" y="543"/>
                  <a:pt x="0" y="540"/>
                </a:cubicBezTo>
                <a:cubicBezTo>
                  <a:pt x="0" y="537"/>
                  <a:pt x="1" y="532"/>
                  <a:pt x="2" y="528"/>
                </a:cubicBezTo>
                <a:cubicBezTo>
                  <a:pt x="4" y="518"/>
                  <a:pt x="7" y="512"/>
                  <a:pt x="10" y="511"/>
                </a:cubicBezTo>
                <a:cubicBezTo>
                  <a:pt x="12" y="511"/>
                  <a:pt x="16" y="511"/>
                  <a:pt x="22" y="511"/>
                </a:cubicBezTo>
                <a:lnTo>
                  <a:pt x="26" y="511"/>
                </a:lnTo>
                <a:cubicBezTo>
                  <a:pt x="41" y="511"/>
                  <a:pt x="57" y="510"/>
                  <a:pt x="75" y="508"/>
                </a:cubicBezTo>
                <a:cubicBezTo>
                  <a:pt x="82" y="507"/>
                  <a:pt x="87" y="503"/>
                  <a:pt x="90" y="499"/>
                </a:cubicBezTo>
                <a:cubicBezTo>
                  <a:pt x="91" y="496"/>
                  <a:pt x="111" y="422"/>
                  <a:pt x="148" y="276"/>
                </a:cubicBezTo>
                <a:cubicBezTo>
                  <a:pt x="184" y="129"/>
                  <a:pt x="203" y="52"/>
                  <a:pt x="203" y="44"/>
                </a:cubicBezTo>
                <a:cubicBezTo>
                  <a:pt x="203" y="40"/>
                  <a:pt x="188" y="38"/>
                  <a:pt x="157" y="37"/>
                </a:cubicBezTo>
                <a:moveTo>
                  <a:pt x="493" y="111"/>
                </a:moveTo>
                <a:cubicBezTo>
                  <a:pt x="493" y="95"/>
                  <a:pt x="489" y="80"/>
                  <a:pt x="481" y="66"/>
                </a:cubicBezTo>
                <a:cubicBezTo>
                  <a:pt x="473" y="52"/>
                  <a:pt x="460" y="43"/>
                  <a:pt x="442" y="39"/>
                </a:cubicBezTo>
                <a:cubicBezTo>
                  <a:pt x="438" y="38"/>
                  <a:pt x="414" y="37"/>
                  <a:pt x="368" y="37"/>
                </a:cubicBezTo>
                <a:cubicBezTo>
                  <a:pt x="358" y="37"/>
                  <a:pt x="346" y="37"/>
                  <a:pt x="335" y="37"/>
                </a:cubicBezTo>
                <a:cubicBezTo>
                  <a:pt x="323" y="37"/>
                  <a:pt x="313" y="37"/>
                  <a:pt x="306" y="37"/>
                </a:cubicBezTo>
                <a:lnTo>
                  <a:pt x="295" y="37"/>
                </a:lnTo>
                <a:cubicBezTo>
                  <a:pt x="287" y="38"/>
                  <a:pt x="282" y="41"/>
                  <a:pt x="280" y="45"/>
                </a:cubicBezTo>
                <a:cubicBezTo>
                  <a:pt x="279" y="48"/>
                  <a:pt x="270" y="80"/>
                  <a:pt x="254" y="142"/>
                </a:cubicBezTo>
                <a:cubicBezTo>
                  <a:pt x="254" y="143"/>
                  <a:pt x="254" y="145"/>
                  <a:pt x="253" y="146"/>
                </a:cubicBezTo>
                <a:lnTo>
                  <a:pt x="229" y="247"/>
                </a:lnTo>
                <a:lnTo>
                  <a:pt x="294" y="247"/>
                </a:lnTo>
                <a:cubicBezTo>
                  <a:pt x="338" y="247"/>
                  <a:pt x="363" y="247"/>
                  <a:pt x="369" y="246"/>
                </a:cubicBezTo>
                <a:cubicBezTo>
                  <a:pt x="401" y="241"/>
                  <a:pt x="430" y="225"/>
                  <a:pt x="455" y="199"/>
                </a:cubicBezTo>
                <a:cubicBezTo>
                  <a:pt x="480" y="174"/>
                  <a:pt x="493" y="144"/>
                  <a:pt x="493" y="111"/>
                </a:cubicBezTo>
                <a:moveTo>
                  <a:pt x="450" y="364"/>
                </a:moveTo>
                <a:cubicBezTo>
                  <a:pt x="450" y="340"/>
                  <a:pt x="444" y="321"/>
                  <a:pt x="432" y="305"/>
                </a:cubicBezTo>
                <a:cubicBezTo>
                  <a:pt x="419" y="290"/>
                  <a:pt x="403" y="281"/>
                  <a:pt x="384" y="278"/>
                </a:cubicBezTo>
                <a:cubicBezTo>
                  <a:pt x="380" y="277"/>
                  <a:pt x="358" y="277"/>
                  <a:pt x="317" y="277"/>
                </a:cubicBezTo>
                <a:cubicBezTo>
                  <a:pt x="253" y="277"/>
                  <a:pt x="221" y="277"/>
                  <a:pt x="221" y="278"/>
                </a:cubicBezTo>
                <a:cubicBezTo>
                  <a:pt x="221" y="279"/>
                  <a:pt x="216" y="299"/>
                  <a:pt x="207" y="337"/>
                </a:cubicBezTo>
                <a:cubicBezTo>
                  <a:pt x="198" y="374"/>
                  <a:pt x="188" y="412"/>
                  <a:pt x="179" y="450"/>
                </a:cubicBezTo>
                <a:lnTo>
                  <a:pt x="164" y="506"/>
                </a:lnTo>
                <a:cubicBezTo>
                  <a:pt x="164" y="508"/>
                  <a:pt x="168" y="509"/>
                  <a:pt x="174" y="509"/>
                </a:cubicBezTo>
                <a:cubicBezTo>
                  <a:pt x="180" y="509"/>
                  <a:pt x="202" y="509"/>
                  <a:pt x="239" y="511"/>
                </a:cubicBezTo>
                <a:cubicBezTo>
                  <a:pt x="287" y="511"/>
                  <a:pt x="312" y="510"/>
                  <a:pt x="317" y="510"/>
                </a:cubicBezTo>
                <a:cubicBezTo>
                  <a:pt x="350" y="506"/>
                  <a:pt x="381" y="491"/>
                  <a:pt x="408" y="463"/>
                </a:cubicBezTo>
                <a:cubicBezTo>
                  <a:pt x="436" y="436"/>
                  <a:pt x="450" y="403"/>
                  <a:pt x="450" y="3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620320" y="3057120"/>
            <a:ext cx="293760" cy="197640"/>
          </a:xfrm>
          <a:custGeom>
            <a:avLst/>
            <a:gdLst/>
            <a:ahLst/>
            <a:rect l="0" t="0" r="r" b="b"/>
            <a:pathLst>
              <a:path w="816" h="549">
                <a:moveTo>
                  <a:pt x="203" y="45"/>
                </a:moveTo>
                <a:cubicBezTo>
                  <a:pt x="203" y="42"/>
                  <a:pt x="188" y="40"/>
                  <a:pt x="158" y="39"/>
                </a:cubicBezTo>
                <a:cubicBezTo>
                  <a:pt x="145" y="39"/>
                  <a:pt x="137" y="38"/>
                  <a:pt x="133" y="38"/>
                </a:cubicBezTo>
                <a:cubicBezTo>
                  <a:pt x="129" y="37"/>
                  <a:pt x="127" y="35"/>
                  <a:pt x="127" y="30"/>
                </a:cubicBezTo>
                <a:cubicBezTo>
                  <a:pt x="127" y="29"/>
                  <a:pt x="128" y="26"/>
                  <a:pt x="129" y="21"/>
                </a:cubicBezTo>
                <a:cubicBezTo>
                  <a:pt x="129" y="19"/>
                  <a:pt x="130" y="17"/>
                  <a:pt x="130" y="15"/>
                </a:cubicBezTo>
                <a:cubicBezTo>
                  <a:pt x="131" y="13"/>
                  <a:pt x="131" y="12"/>
                  <a:pt x="131" y="11"/>
                </a:cubicBezTo>
                <a:cubicBezTo>
                  <a:pt x="131" y="11"/>
                  <a:pt x="132" y="9"/>
                  <a:pt x="133" y="7"/>
                </a:cubicBezTo>
                <a:cubicBezTo>
                  <a:pt x="134" y="5"/>
                  <a:pt x="134" y="4"/>
                  <a:pt x="134" y="5"/>
                </a:cubicBezTo>
                <a:cubicBezTo>
                  <a:pt x="134" y="5"/>
                  <a:pt x="136" y="5"/>
                  <a:pt x="138" y="3"/>
                </a:cubicBezTo>
                <a:cubicBezTo>
                  <a:pt x="140" y="1"/>
                  <a:pt x="141" y="0"/>
                  <a:pt x="142" y="1"/>
                </a:cubicBezTo>
                <a:cubicBezTo>
                  <a:pt x="142" y="1"/>
                  <a:pt x="144" y="1"/>
                  <a:pt x="148" y="1"/>
                </a:cubicBezTo>
                <a:cubicBezTo>
                  <a:pt x="152" y="0"/>
                  <a:pt x="155" y="0"/>
                  <a:pt x="158" y="0"/>
                </a:cubicBezTo>
                <a:cubicBezTo>
                  <a:pt x="161" y="0"/>
                  <a:pt x="169" y="0"/>
                  <a:pt x="182" y="0"/>
                </a:cubicBezTo>
                <a:cubicBezTo>
                  <a:pt x="195" y="0"/>
                  <a:pt x="207" y="0"/>
                  <a:pt x="218" y="1"/>
                </a:cubicBezTo>
                <a:cubicBezTo>
                  <a:pt x="260" y="1"/>
                  <a:pt x="285" y="1"/>
                  <a:pt x="292" y="1"/>
                </a:cubicBezTo>
                <a:cubicBezTo>
                  <a:pt x="298" y="1"/>
                  <a:pt x="303" y="3"/>
                  <a:pt x="305" y="6"/>
                </a:cubicBezTo>
                <a:cubicBezTo>
                  <a:pt x="305" y="8"/>
                  <a:pt x="315" y="83"/>
                  <a:pt x="334" y="232"/>
                </a:cubicBezTo>
                <a:lnTo>
                  <a:pt x="363" y="456"/>
                </a:lnTo>
                <a:lnTo>
                  <a:pt x="382" y="426"/>
                </a:lnTo>
                <a:cubicBezTo>
                  <a:pt x="395" y="407"/>
                  <a:pt x="412" y="380"/>
                  <a:pt x="433" y="346"/>
                </a:cubicBezTo>
                <a:cubicBezTo>
                  <a:pt x="454" y="312"/>
                  <a:pt x="478" y="274"/>
                  <a:pt x="504" y="233"/>
                </a:cubicBezTo>
                <a:cubicBezTo>
                  <a:pt x="597" y="84"/>
                  <a:pt x="645" y="9"/>
                  <a:pt x="646" y="8"/>
                </a:cubicBezTo>
                <a:cubicBezTo>
                  <a:pt x="646" y="8"/>
                  <a:pt x="647" y="7"/>
                  <a:pt x="648" y="6"/>
                </a:cubicBezTo>
                <a:cubicBezTo>
                  <a:pt x="649" y="5"/>
                  <a:pt x="650" y="4"/>
                  <a:pt x="651" y="3"/>
                </a:cubicBezTo>
                <a:lnTo>
                  <a:pt x="656" y="1"/>
                </a:lnTo>
                <a:lnTo>
                  <a:pt x="733" y="1"/>
                </a:lnTo>
                <a:cubicBezTo>
                  <a:pt x="742" y="1"/>
                  <a:pt x="753" y="1"/>
                  <a:pt x="765" y="1"/>
                </a:cubicBezTo>
                <a:cubicBezTo>
                  <a:pt x="777" y="1"/>
                  <a:pt x="785" y="0"/>
                  <a:pt x="788" y="0"/>
                </a:cubicBezTo>
                <a:cubicBezTo>
                  <a:pt x="807" y="0"/>
                  <a:pt x="816" y="4"/>
                  <a:pt x="816" y="10"/>
                </a:cubicBezTo>
                <a:cubicBezTo>
                  <a:pt x="816" y="12"/>
                  <a:pt x="815" y="17"/>
                  <a:pt x="813" y="23"/>
                </a:cubicBezTo>
                <a:cubicBezTo>
                  <a:pt x="812" y="30"/>
                  <a:pt x="811" y="33"/>
                  <a:pt x="811" y="34"/>
                </a:cubicBezTo>
                <a:cubicBezTo>
                  <a:pt x="809" y="37"/>
                  <a:pt x="799" y="39"/>
                  <a:pt x="781" y="39"/>
                </a:cubicBezTo>
                <a:cubicBezTo>
                  <a:pt x="760" y="39"/>
                  <a:pt x="746" y="40"/>
                  <a:pt x="740" y="41"/>
                </a:cubicBezTo>
                <a:cubicBezTo>
                  <a:pt x="734" y="42"/>
                  <a:pt x="730" y="45"/>
                  <a:pt x="726" y="50"/>
                </a:cubicBezTo>
                <a:cubicBezTo>
                  <a:pt x="724" y="52"/>
                  <a:pt x="705" y="128"/>
                  <a:pt x="668" y="277"/>
                </a:cubicBezTo>
                <a:cubicBezTo>
                  <a:pt x="631" y="425"/>
                  <a:pt x="612" y="501"/>
                  <a:pt x="612" y="502"/>
                </a:cubicBezTo>
                <a:cubicBezTo>
                  <a:pt x="612" y="504"/>
                  <a:pt x="612" y="506"/>
                  <a:pt x="613" y="506"/>
                </a:cubicBezTo>
                <a:cubicBezTo>
                  <a:pt x="613" y="507"/>
                  <a:pt x="615" y="508"/>
                  <a:pt x="618" y="509"/>
                </a:cubicBezTo>
                <a:cubicBezTo>
                  <a:pt x="622" y="511"/>
                  <a:pt x="626" y="511"/>
                  <a:pt x="632" y="511"/>
                </a:cubicBezTo>
                <a:cubicBezTo>
                  <a:pt x="638" y="510"/>
                  <a:pt x="647" y="511"/>
                  <a:pt x="658" y="513"/>
                </a:cubicBezTo>
                <a:lnTo>
                  <a:pt x="683" y="513"/>
                </a:lnTo>
                <a:cubicBezTo>
                  <a:pt x="686" y="517"/>
                  <a:pt x="688" y="520"/>
                  <a:pt x="688" y="521"/>
                </a:cubicBezTo>
                <a:cubicBezTo>
                  <a:pt x="688" y="530"/>
                  <a:pt x="686" y="538"/>
                  <a:pt x="682" y="545"/>
                </a:cubicBezTo>
                <a:cubicBezTo>
                  <a:pt x="680" y="548"/>
                  <a:pt x="676" y="549"/>
                  <a:pt x="670" y="549"/>
                </a:cubicBezTo>
                <a:cubicBezTo>
                  <a:pt x="667" y="549"/>
                  <a:pt x="656" y="549"/>
                  <a:pt x="637" y="549"/>
                </a:cubicBezTo>
                <a:cubicBezTo>
                  <a:pt x="618" y="548"/>
                  <a:pt x="593" y="548"/>
                  <a:pt x="563" y="548"/>
                </a:cubicBezTo>
                <a:cubicBezTo>
                  <a:pt x="530" y="548"/>
                  <a:pt x="506" y="548"/>
                  <a:pt x="489" y="548"/>
                </a:cubicBezTo>
                <a:cubicBezTo>
                  <a:pt x="473" y="548"/>
                  <a:pt x="463" y="548"/>
                  <a:pt x="461" y="549"/>
                </a:cubicBezTo>
                <a:cubicBezTo>
                  <a:pt x="452" y="549"/>
                  <a:pt x="447" y="546"/>
                  <a:pt x="447" y="541"/>
                </a:cubicBezTo>
                <a:cubicBezTo>
                  <a:pt x="447" y="540"/>
                  <a:pt x="448" y="536"/>
                  <a:pt x="449" y="529"/>
                </a:cubicBezTo>
                <a:cubicBezTo>
                  <a:pt x="451" y="521"/>
                  <a:pt x="453" y="516"/>
                  <a:pt x="455" y="515"/>
                </a:cubicBezTo>
                <a:cubicBezTo>
                  <a:pt x="458" y="514"/>
                  <a:pt x="464" y="513"/>
                  <a:pt x="474" y="513"/>
                </a:cubicBezTo>
                <a:cubicBezTo>
                  <a:pt x="488" y="513"/>
                  <a:pt x="504" y="512"/>
                  <a:pt x="522" y="510"/>
                </a:cubicBezTo>
                <a:cubicBezTo>
                  <a:pt x="530" y="509"/>
                  <a:pt x="535" y="505"/>
                  <a:pt x="537" y="501"/>
                </a:cubicBezTo>
                <a:cubicBezTo>
                  <a:pt x="538" y="498"/>
                  <a:pt x="549" y="459"/>
                  <a:pt x="568" y="383"/>
                </a:cubicBezTo>
                <a:cubicBezTo>
                  <a:pt x="587" y="308"/>
                  <a:pt x="606" y="232"/>
                  <a:pt x="625" y="156"/>
                </a:cubicBezTo>
                <a:cubicBezTo>
                  <a:pt x="643" y="81"/>
                  <a:pt x="653" y="43"/>
                  <a:pt x="653" y="43"/>
                </a:cubicBezTo>
                <a:lnTo>
                  <a:pt x="497" y="291"/>
                </a:lnTo>
                <a:cubicBezTo>
                  <a:pt x="392" y="458"/>
                  <a:pt x="339" y="543"/>
                  <a:pt x="336" y="545"/>
                </a:cubicBezTo>
                <a:cubicBezTo>
                  <a:pt x="335" y="546"/>
                  <a:pt x="334" y="547"/>
                  <a:pt x="333" y="547"/>
                </a:cubicBezTo>
                <a:cubicBezTo>
                  <a:pt x="330" y="549"/>
                  <a:pt x="326" y="549"/>
                  <a:pt x="320" y="549"/>
                </a:cubicBezTo>
                <a:cubicBezTo>
                  <a:pt x="312" y="549"/>
                  <a:pt x="307" y="548"/>
                  <a:pt x="306" y="544"/>
                </a:cubicBezTo>
                <a:cubicBezTo>
                  <a:pt x="304" y="542"/>
                  <a:pt x="293" y="459"/>
                  <a:pt x="273" y="295"/>
                </a:cubicBezTo>
                <a:lnTo>
                  <a:pt x="240" y="49"/>
                </a:lnTo>
                <a:lnTo>
                  <a:pt x="186" y="266"/>
                </a:lnTo>
                <a:cubicBezTo>
                  <a:pt x="150" y="408"/>
                  <a:pt x="132" y="481"/>
                  <a:pt x="132" y="486"/>
                </a:cubicBezTo>
                <a:cubicBezTo>
                  <a:pt x="135" y="504"/>
                  <a:pt x="155" y="513"/>
                  <a:pt x="190" y="513"/>
                </a:cubicBezTo>
                <a:lnTo>
                  <a:pt x="198" y="513"/>
                </a:lnTo>
                <a:cubicBezTo>
                  <a:pt x="201" y="515"/>
                  <a:pt x="203" y="518"/>
                  <a:pt x="203" y="520"/>
                </a:cubicBezTo>
                <a:cubicBezTo>
                  <a:pt x="204" y="522"/>
                  <a:pt x="203" y="527"/>
                  <a:pt x="201" y="534"/>
                </a:cubicBezTo>
                <a:cubicBezTo>
                  <a:pt x="199" y="543"/>
                  <a:pt x="197" y="548"/>
                  <a:pt x="195" y="549"/>
                </a:cubicBezTo>
                <a:cubicBezTo>
                  <a:pt x="192" y="549"/>
                  <a:pt x="190" y="549"/>
                  <a:pt x="186" y="549"/>
                </a:cubicBezTo>
                <a:cubicBezTo>
                  <a:pt x="185" y="549"/>
                  <a:pt x="182" y="549"/>
                  <a:pt x="176" y="549"/>
                </a:cubicBezTo>
                <a:cubicBezTo>
                  <a:pt x="171" y="549"/>
                  <a:pt x="162" y="549"/>
                  <a:pt x="149" y="549"/>
                </a:cubicBezTo>
                <a:cubicBezTo>
                  <a:pt x="136" y="548"/>
                  <a:pt x="119" y="548"/>
                  <a:pt x="98" y="548"/>
                </a:cubicBezTo>
                <a:cubicBezTo>
                  <a:pt x="82" y="548"/>
                  <a:pt x="65" y="548"/>
                  <a:pt x="48" y="549"/>
                </a:cubicBezTo>
                <a:cubicBezTo>
                  <a:pt x="31" y="549"/>
                  <a:pt x="21" y="549"/>
                  <a:pt x="18" y="549"/>
                </a:cubicBezTo>
                <a:cubicBezTo>
                  <a:pt x="10" y="549"/>
                  <a:pt x="5" y="549"/>
                  <a:pt x="3" y="548"/>
                </a:cubicBezTo>
                <a:cubicBezTo>
                  <a:pt x="1" y="547"/>
                  <a:pt x="0" y="544"/>
                  <a:pt x="0" y="541"/>
                </a:cubicBezTo>
                <a:cubicBezTo>
                  <a:pt x="0" y="540"/>
                  <a:pt x="1" y="536"/>
                  <a:pt x="2" y="529"/>
                </a:cubicBezTo>
                <a:cubicBezTo>
                  <a:pt x="4" y="523"/>
                  <a:pt x="5" y="519"/>
                  <a:pt x="6" y="517"/>
                </a:cubicBezTo>
                <a:cubicBezTo>
                  <a:pt x="7" y="514"/>
                  <a:pt x="13" y="513"/>
                  <a:pt x="24" y="513"/>
                </a:cubicBezTo>
                <a:cubicBezTo>
                  <a:pt x="61" y="513"/>
                  <a:pt x="85" y="502"/>
                  <a:pt x="95" y="480"/>
                </a:cubicBezTo>
                <a:cubicBezTo>
                  <a:pt x="97" y="477"/>
                  <a:pt x="116" y="406"/>
                  <a:pt x="151" y="266"/>
                </a:cubicBezTo>
                <a:cubicBezTo>
                  <a:pt x="185" y="125"/>
                  <a:pt x="203" y="52"/>
                  <a:pt x="203" y="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923080" y="3057480"/>
            <a:ext cx="208800" cy="203400"/>
          </a:xfrm>
          <a:custGeom>
            <a:avLst/>
            <a:gdLst/>
            <a:ahLst/>
            <a:rect l="0" t="0" r="r" b="b"/>
            <a:pathLst>
              <a:path w="580" h="565">
                <a:moveTo>
                  <a:pt x="159" y="37"/>
                </a:moveTo>
                <a:cubicBezTo>
                  <a:pt x="145" y="37"/>
                  <a:pt x="136" y="36"/>
                  <a:pt x="133" y="36"/>
                </a:cubicBezTo>
                <a:cubicBezTo>
                  <a:pt x="131" y="35"/>
                  <a:pt x="129" y="32"/>
                  <a:pt x="129" y="27"/>
                </a:cubicBezTo>
                <a:cubicBezTo>
                  <a:pt x="129" y="12"/>
                  <a:pt x="132" y="4"/>
                  <a:pt x="138" y="0"/>
                </a:cubicBezTo>
                <a:cubicBezTo>
                  <a:pt x="139" y="0"/>
                  <a:pt x="186" y="0"/>
                  <a:pt x="278" y="0"/>
                </a:cubicBezTo>
                <a:cubicBezTo>
                  <a:pt x="370" y="0"/>
                  <a:pt x="419" y="1"/>
                  <a:pt x="427" y="2"/>
                </a:cubicBezTo>
                <a:cubicBezTo>
                  <a:pt x="457" y="6"/>
                  <a:pt x="482" y="14"/>
                  <a:pt x="502" y="25"/>
                </a:cubicBezTo>
                <a:cubicBezTo>
                  <a:pt x="523" y="35"/>
                  <a:pt x="537" y="48"/>
                  <a:pt x="546" y="61"/>
                </a:cubicBezTo>
                <a:cubicBezTo>
                  <a:pt x="554" y="75"/>
                  <a:pt x="560" y="87"/>
                  <a:pt x="563" y="96"/>
                </a:cubicBezTo>
                <a:cubicBezTo>
                  <a:pt x="565" y="105"/>
                  <a:pt x="567" y="114"/>
                  <a:pt x="567" y="123"/>
                </a:cubicBezTo>
                <a:cubicBezTo>
                  <a:pt x="567" y="147"/>
                  <a:pt x="560" y="170"/>
                  <a:pt x="544" y="191"/>
                </a:cubicBezTo>
                <a:cubicBezTo>
                  <a:pt x="529" y="211"/>
                  <a:pt x="511" y="227"/>
                  <a:pt x="490" y="239"/>
                </a:cubicBezTo>
                <a:cubicBezTo>
                  <a:pt x="470" y="251"/>
                  <a:pt x="452" y="260"/>
                  <a:pt x="437" y="267"/>
                </a:cubicBezTo>
                <a:cubicBezTo>
                  <a:pt x="421" y="274"/>
                  <a:pt x="411" y="277"/>
                  <a:pt x="406" y="277"/>
                </a:cubicBezTo>
                <a:lnTo>
                  <a:pt x="412" y="281"/>
                </a:lnTo>
                <a:cubicBezTo>
                  <a:pt x="448" y="302"/>
                  <a:pt x="465" y="331"/>
                  <a:pt x="465" y="370"/>
                </a:cubicBezTo>
                <a:cubicBezTo>
                  <a:pt x="465" y="375"/>
                  <a:pt x="464" y="392"/>
                  <a:pt x="461" y="419"/>
                </a:cubicBezTo>
                <a:cubicBezTo>
                  <a:pt x="459" y="445"/>
                  <a:pt x="457" y="467"/>
                  <a:pt x="457" y="484"/>
                </a:cubicBezTo>
                <a:lnTo>
                  <a:pt x="457" y="492"/>
                </a:lnTo>
                <a:cubicBezTo>
                  <a:pt x="457" y="501"/>
                  <a:pt x="458" y="509"/>
                  <a:pt x="458" y="514"/>
                </a:cubicBezTo>
                <a:cubicBezTo>
                  <a:pt x="459" y="519"/>
                  <a:pt x="462" y="524"/>
                  <a:pt x="467" y="528"/>
                </a:cubicBezTo>
                <a:cubicBezTo>
                  <a:pt x="472" y="533"/>
                  <a:pt x="479" y="535"/>
                  <a:pt x="488" y="536"/>
                </a:cubicBezTo>
                <a:cubicBezTo>
                  <a:pt x="503" y="536"/>
                  <a:pt x="515" y="530"/>
                  <a:pt x="525" y="518"/>
                </a:cubicBezTo>
                <a:cubicBezTo>
                  <a:pt x="534" y="506"/>
                  <a:pt x="541" y="494"/>
                  <a:pt x="546" y="480"/>
                </a:cubicBezTo>
                <a:cubicBezTo>
                  <a:pt x="548" y="473"/>
                  <a:pt x="550" y="468"/>
                  <a:pt x="552" y="467"/>
                </a:cubicBezTo>
                <a:cubicBezTo>
                  <a:pt x="554" y="465"/>
                  <a:pt x="558" y="464"/>
                  <a:pt x="564" y="464"/>
                </a:cubicBezTo>
                <a:cubicBezTo>
                  <a:pt x="575" y="464"/>
                  <a:pt x="580" y="467"/>
                  <a:pt x="580" y="474"/>
                </a:cubicBezTo>
                <a:cubicBezTo>
                  <a:pt x="580" y="483"/>
                  <a:pt x="574" y="499"/>
                  <a:pt x="561" y="520"/>
                </a:cubicBezTo>
                <a:cubicBezTo>
                  <a:pt x="541" y="550"/>
                  <a:pt x="517" y="565"/>
                  <a:pt x="489" y="565"/>
                </a:cubicBezTo>
                <a:lnTo>
                  <a:pt x="482" y="565"/>
                </a:lnTo>
                <a:cubicBezTo>
                  <a:pt x="449" y="565"/>
                  <a:pt x="422" y="559"/>
                  <a:pt x="400" y="545"/>
                </a:cubicBezTo>
                <a:cubicBezTo>
                  <a:pt x="379" y="532"/>
                  <a:pt x="367" y="511"/>
                  <a:pt x="365" y="483"/>
                </a:cubicBezTo>
                <a:cubicBezTo>
                  <a:pt x="365" y="468"/>
                  <a:pt x="369" y="446"/>
                  <a:pt x="377" y="415"/>
                </a:cubicBezTo>
                <a:cubicBezTo>
                  <a:pt x="385" y="385"/>
                  <a:pt x="389" y="365"/>
                  <a:pt x="389" y="357"/>
                </a:cubicBezTo>
                <a:cubicBezTo>
                  <a:pt x="389" y="330"/>
                  <a:pt x="378" y="310"/>
                  <a:pt x="355" y="297"/>
                </a:cubicBezTo>
                <a:cubicBezTo>
                  <a:pt x="347" y="294"/>
                  <a:pt x="340" y="292"/>
                  <a:pt x="335" y="291"/>
                </a:cubicBezTo>
                <a:cubicBezTo>
                  <a:pt x="329" y="290"/>
                  <a:pt x="310" y="290"/>
                  <a:pt x="278" y="289"/>
                </a:cubicBezTo>
                <a:lnTo>
                  <a:pt x="222" y="289"/>
                </a:lnTo>
                <a:lnTo>
                  <a:pt x="197" y="394"/>
                </a:lnTo>
                <a:cubicBezTo>
                  <a:pt x="179" y="464"/>
                  <a:pt x="170" y="500"/>
                  <a:pt x="170" y="501"/>
                </a:cubicBezTo>
                <a:cubicBezTo>
                  <a:pt x="170" y="503"/>
                  <a:pt x="171" y="505"/>
                  <a:pt x="171" y="505"/>
                </a:cubicBezTo>
                <a:cubicBezTo>
                  <a:pt x="172" y="506"/>
                  <a:pt x="174" y="507"/>
                  <a:pt x="177" y="508"/>
                </a:cubicBezTo>
                <a:cubicBezTo>
                  <a:pt x="180" y="510"/>
                  <a:pt x="184" y="510"/>
                  <a:pt x="190" y="510"/>
                </a:cubicBezTo>
                <a:cubicBezTo>
                  <a:pt x="196" y="509"/>
                  <a:pt x="205" y="510"/>
                  <a:pt x="217" y="512"/>
                </a:cubicBezTo>
                <a:lnTo>
                  <a:pt x="242" y="512"/>
                </a:lnTo>
                <a:cubicBezTo>
                  <a:pt x="245" y="516"/>
                  <a:pt x="247" y="518"/>
                  <a:pt x="247" y="519"/>
                </a:cubicBezTo>
                <a:cubicBezTo>
                  <a:pt x="247" y="519"/>
                  <a:pt x="246" y="524"/>
                  <a:pt x="244" y="533"/>
                </a:cubicBezTo>
                <a:cubicBezTo>
                  <a:pt x="242" y="540"/>
                  <a:pt x="239" y="545"/>
                  <a:pt x="236" y="548"/>
                </a:cubicBezTo>
                <a:lnTo>
                  <a:pt x="224" y="548"/>
                </a:lnTo>
                <a:cubicBezTo>
                  <a:pt x="205" y="547"/>
                  <a:pt x="170" y="547"/>
                  <a:pt x="119" y="547"/>
                </a:cubicBezTo>
                <a:cubicBezTo>
                  <a:pt x="101" y="547"/>
                  <a:pt x="84" y="547"/>
                  <a:pt x="68" y="547"/>
                </a:cubicBezTo>
                <a:cubicBezTo>
                  <a:pt x="53" y="547"/>
                  <a:pt x="40" y="547"/>
                  <a:pt x="31" y="547"/>
                </a:cubicBezTo>
                <a:cubicBezTo>
                  <a:pt x="21" y="547"/>
                  <a:pt x="16" y="547"/>
                  <a:pt x="14" y="548"/>
                </a:cubicBezTo>
                <a:cubicBezTo>
                  <a:pt x="5" y="548"/>
                  <a:pt x="0" y="545"/>
                  <a:pt x="0" y="540"/>
                </a:cubicBezTo>
                <a:cubicBezTo>
                  <a:pt x="0" y="539"/>
                  <a:pt x="1" y="536"/>
                  <a:pt x="2" y="529"/>
                </a:cubicBezTo>
                <a:cubicBezTo>
                  <a:pt x="5" y="519"/>
                  <a:pt x="8" y="513"/>
                  <a:pt x="11" y="512"/>
                </a:cubicBezTo>
                <a:cubicBezTo>
                  <a:pt x="13" y="512"/>
                  <a:pt x="17" y="512"/>
                  <a:pt x="23" y="512"/>
                </a:cubicBezTo>
                <a:lnTo>
                  <a:pt x="27" y="512"/>
                </a:lnTo>
                <a:cubicBezTo>
                  <a:pt x="42" y="512"/>
                  <a:pt x="59" y="511"/>
                  <a:pt x="76" y="509"/>
                </a:cubicBezTo>
                <a:cubicBezTo>
                  <a:pt x="84" y="508"/>
                  <a:pt x="89" y="504"/>
                  <a:pt x="92" y="500"/>
                </a:cubicBezTo>
                <a:cubicBezTo>
                  <a:pt x="93" y="497"/>
                  <a:pt x="113" y="423"/>
                  <a:pt x="149" y="277"/>
                </a:cubicBezTo>
                <a:cubicBezTo>
                  <a:pt x="186" y="129"/>
                  <a:pt x="205" y="52"/>
                  <a:pt x="205" y="44"/>
                </a:cubicBezTo>
                <a:cubicBezTo>
                  <a:pt x="205" y="40"/>
                  <a:pt x="190" y="38"/>
                  <a:pt x="159" y="37"/>
                </a:cubicBezTo>
                <a:moveTo>
                  <a:pt x="480" y="103"/>
                </a:moveTo>
                <a:cubicBezTo>
                  <a:pt x="480" y="86"/>
                  <a:pt x="474" y="72"/>
                  <a:pt x="463" y="60"/>
                </a:cubicBezTo>
                <a:cubicBezTo>
                  <a:pt x="452" y="48"/>
                  <a:pt x="429" y="41"/>
                  <a:pt x="394" y="37"/>
                </a:cubicBezTo>
                <a:cubicBezTo>
                  <a:pt x="393" y="37"/>
                  <a:pt x="387" y="37"/>
                  <a:pt x="376" y="37"/>
                </a:cubicBezTo>
                <a:cubicBezTo>
                  <a:pt x="364" y="37"/>
                  <a:pt x="354" y="37"/>
                  <a:pt x="345" y="37"/>
                </a:cubicBezTo>
                <a:lnTo>
                  <a:pt x="328" y="37"/>
                </a:lnTo>
                <a:cubicBezTo>
                  <a:pt x="302" y="37"/>
                  <a:pt x="288" y="39"/>
                  <a:pt x="284" y="45"/>
                </a:cubicBezTo>
                <a:cubicBezTo>
                  <a:pt x="284" y="46"/>
                  <a:pt x="275" y="82"/>
                  <a:pt x="257" y="151"/>
                </a:cubicBezTo>
                <a:cubicBezTo>
                  <a:pt x="239" y="221"/>
                  <a:pt x="230" y="257"/>
                  <a:pt x="230" y="259"/>
                </a:cubicBezTo>
                <a:cubicBezTo>
                  <a:pt x="230" y="259"/>
                  <a:pt x="249" y="260"/>
                  <a:pt x="286" y="260"/>
                </a:cubicBezTo>
                <a:cubicBezTo>
                  <a:pt x="328" y="259"/>
                  <a:pt x="355" y="257"/>
                  <a:pt x="369" y="254"/>
                </a:cubicBezTo>
                <a:cubicBezTo>
                  <a:pt x="403" y="248"/>
                  <a:pt x="430" y="232"/>
                  <a:pt x="449" y="206"/>
                </a:cubicBezTo>
                <a:cubicBezTo>
                  <a:pt x="458" y="193"/>
                  <a:pt x="465" y="177"/>
                  <a:pt x="471" y="158"/>
                </a:cubicBezTo>
                <a:cubicBezTo>
                  <a:pt x="477" y="138"/>
                  <a:pt x="480" y="120"/>
                  <a:pt x="480" y="10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57160" y="3003120"/>
            <a:ext cx="4528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inherently possess a signiﬁcantly higher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130080" y="3003120"/>
            <a:ext cx="2376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420080" y="3476520"/>
            <a:ext cx="208440" cy="197640"/>
          </a:xfrm>
          <a:custGeom>
            <a:avLst/>
            <a:gdLst/>
            <a:ahLst/>
            <a:rect l="0" t="0" r="r" b="b"/>
            <a:pathLst>
              <a:path w="579" h="549">
                <a:moveTo>
                  <a:pt x="158" y="37"/>
                </a:moveTo>
                <a:cubicBezTo>
                  <a:pt x="143" y="37"/>
                  <a:pt x="134" y="36"/>
                  <a:pt x="131" y="36"/>
                </a:cubicBezTo>
                <a:cubicBezTo>
                  <a:pt x="129" y="35"/>
                  <a:pt x="127" y="32"/>
                  <a:pt x="127" y="27"/>
                </a:cubicBezTo>
                <a:cubicBezTo>
                  <a:pt x="127" y="13"/>
                  <a:pt x="130" y="4"/>
                  <a:pt x="136" y="1"/>
                </a:cubicBezTo>
                <a:cubicBezTo>
                  <a:pt x="137" y="0"/>
                  <a:pt x="172" y="0"/>
                  <a:pt x="241" y="0"/>
                </a:cubicBezTo>
                <a:cubicBezTo>
                  <a:pt x="380" y="0"/>
                  <a:pt x="453" y="0"/>
                  <a:pt x="460" y="1"/>
                </a:cubicBezTo>
                <a:cubicBezTo>
                  <a:pt x="494" y="7"/>
                  <a:pt x="522" y="19"/>
                  <a:pt x="545" y="38"/>
                </a:cubicBezTo>
                <a:cubicBezTo>
                  <a:pt x="567" y="56"/>
                  <a:pt x="579" y="81"/>
                  <a:pt x="579" y="111"/>
                </a:cubicBezTo>
                <a:cubicBezTo>
                  <a:pt x="579" y="146"/>
                  <a:pt x="564" y="176"/>
                  <a:pt x="533" y="204"/>
                </a:cubicBezTo>
                <a:cubicBezTo>
                  <a:pt x="502" y="231"/>
                  <a:pt x="466" y="249"/>
                  <a:pt x="426" y="259"/>
                </a:cubicBezTo>
                <a:lnTo>
                  <a:pt x="418" y="261"/>
                </a:lnTo>
                <a:cubicBezTo>
                  <a:pt x="452" y="266"/>
                  <a:pt x="480" y="278"/>
                  <a:pt x="502" y="298"/>
                </a:cubicBezTo>
                <a:cubicBezTo>
                  <a:pt x="524" y="318"/>
                  <a:pt x="535" y="343"/>
                  <a:pt x="536" y="372"/>
                </a:cubicBezTo>
                <a:cubicBezTo>
                  <a:pt x="536" y="411"/>
                  <a:pt x="516" y="449"/>
                  <a:pt x="478" y="486"/>
                </a:cubicBezTo>
                <a:cubicBezTo>
                  <a:pt x="439" y="522"/>
                  <a:pt x="392" y="543"/>
                  <a:pt x="336" y="548"/>
                </a:cubicBezTo>
                <a:cubicBezTo>
                  <a:pt x="332" y="548"/>
                  <a:pt x="276" y="549"/>
                  <a:pt x="167" y="549"/>
                </a:cubicBezTo>
                <a:cubicBezTo>
                  <a:pt x="59" y="549"/>
                  <a:pt x="5" y="548"/>
                  <a:pt x="3" y="547"/>
                </a:cubicBezTo>
                <a:cubicBezTo>
                  <a:pt x="1" y="545"/>
                  <a:pt x="0" y="543"/>
                  <a:pt x="0" y="541"/>
                </a:cubicBezTo>
                <a:cubicBezTo>
                  <a:pt x="0" y="537"/>
                  <a:pt x="0" y="533"/>
                  <a:pt x="1" y="529"/>
                </a:cubicBezTo>
                <a:cubicBezTo>
                  <a:pt x="4" y="519"/>
                  <a:pt x="7" y="514"/>
                  <a:pt x="9" y="513"/>
                </a:cubicBezTo>
                <a:cubicBezTo>
                  <a:pt x="12" y="512"/>
                  <a:pt x="16" y="512"/>
                  <a:pt x="21" y="512"/>
                </a:cubicBezTo>
                <a:lnTo>
                  <a:pt x="26" y="512"/>
                </a:lnTo>
                <a:cubicBezTo>
                  <a:pt x="41" y="512"/>
                  <a:pt x="57" y="511"/>
                  <a:pt x="74" y="509"/>
                </a:cubicBezTo>
                <a:cubicBezTo>
                  <a:pt x="82" y="508"/>
                  <a:pt x="87" y="505"/>
                  <a:pt x="90" y="500"/>
                </a:cubicBezTo>
                <a:cubicBezTo>
                  <a:pt x="91" y="498"/>
                  <a:pt x="110" y="422"/>
                  <a:pt x="147" y="276"/>
                </a:cubicBezTo>
                <a:cubicBezTo>
                  <a:pt x="185" y="129"/>
                  <a:pt x="204" y="52"/>
                  <a:pt x="204" y="44"/>
                </a:cubicBezTo>
                <a:cubicBezTo>
                  <a:pt x="204" y="40"/>
                  <a:pt x="188" y="38"/>
                  <a:pt x="158" y="37"/>
                </a:cubicBezTo>
                <a:moveTo>
                  <a:pt x="493" y="111"/>
                </a:moveTo>
                <a:cubicBezTo>
                  <a:pt x="493" y="95"/>
                  <a:pt x="489" y="80"/>
                  <a:pt x="481" y="66"/>
                </a:cubicBezTo>
                <a:cubicBezTo>
                  <a:pt x="473" y="53"/>
                  <a:pt x="460" y="43"/>
                  <a:pt x="442" y="39"/>
                </a:cubicBezTo>
                <a:cubicBezTo>
                  <a:pt x="438" y="38"/>
                  <a:pt x="414" y="37"/>
                  <a:pt x="368" y="37"/>
                </a:cubicBezTo>
                <a:cubicBezTo>
                  <a:pt x="357" y="37"/>
                  <a:pt x="346" y="37"/>
                  <a:pt x="334" y="37"/>
                </a:cubicBezTo>
                <a:cubicBezTo>
                  <a:pt x="323" y="37"/>
                  <a:pt x="313" y="37"/>
                  <a:pt x="306" y="38"/>
                </a:cubicBezTo>
                <a:lnTo>
                  <a:pt x="296" y="38"/>
                </a:lnTo>
                <a:cubicBezTo>
                  <a:pt x="288" y="38"/>
                  <a:pt x="283" y="41"/>
                  <a:pt x="281" y="46"/>
                </a:cubicBezTo>
                <a:cubicBezTo>
                  <a:pt x="280" y="48"/>
                  <a:pt x="271" y="80"/>
                  <a:pt x="255" y="142"/>
                </a:cubicBezTo>
                <a:cubicBezTo>
                  <a:pt x="255" y="143"/>
                  <a:pt x="255" y="145"/>
                  <a:pt x="254" y="147"/>
                </a:cubicBezTo>
                <a:lnTo>
                  <a:pt x="229" y="248"/>
                </a:lnTo>
                <a:lnTo>
                  <a:pt x="294" y="248"/>
                </a:lnTo>
                <a:cubicBezTo>
                  <a:pt x="338" y="248"/>
                  <a:pt x="362" y="247"/>
                  <a:pt x="369" y="246"/>
                </a:cubicBezTo>
                <a:cubicBezTo>
                  <a:pt x="401" y="241"/>
                  <a:pt x="430" y="225"/>
                  <a:pt x="455" y="200"/>
                </a:cubicBezTo>
                <a:cubicBezTo>
                  <a:pt x="480" y="174"/>
                  <a:pt x="493" y="144"/>
                  <a:pt x="493" y="111"/>
                </a:cubicBezTo>
                <a:moveTo>
                  <a:pt x="450" y="364"/>
                </a:moveTo>
                <a:cubicBezTo>
                  <a:pt x="450" y="340"/>
                  <a:pt x="444" y="321"/>
                  <a:pt x="431" y="305"/>
                </a:cubicBezTo>
                <a:cubicBezTo>
                  <a:pt x="419" y="290"/>
                  <a:pt x="403" y="281"/>
                  <a:pt x="383" y="278"/>
                </a:cubicBezTo>
                <a:cubicBezTo>
                  <a:pt x="380" y="278"/>
                  <a:pt x="358" y="277"/>
                  <a:pt x="317" y="277"/>
                </a:cubicBezTo>
                <a:cubicBezTo>
                  <a:pt x="254" y="277"/>
                  <a:pt x="222" y="278"/>
                  <a:pt x="221" y="278"/>
                </a:cubicBezTo>
                <a:cubicBezTo>
                  <a:pt x="221" y="279"/>
                  <a:pt x="217" y="299"/>
                  <a:pt x="208" y="337"/>
                </a:cubicBezTo>
                <a:cubicBezTo>
                  <a:pt x="199" y="375"/>
                  <a:pt x="189" y="412"/>
                  <a:pt x="180" y="450"/>
                </a:cubicBezTo>
                <a:lnTo>
                  <a:pt x="165" y="507"/>
                </a:lnTo>
                <a:cubicBezTo>
                  <a:pt x="165" y="509"/>
                  <a:pt x="168" y="510"/>
                  <a:pt x="175" y="510"/>
                </a:cubicBezTo>
                <a:cubicBezTo>
                  <a:pt x="181" y="510"/>
                  <a:pt x="203" y="511"/>
                  <a:pt x="240" y="512"/>
                </a:cubicBezTo>
                <a:cubicBezTo>
                  <a:pt x="287" y="512"/>
                  <a:pt x="313" y="511"/>
                  <a:pt x="317" y="511"/>
                </a:cubicBezTo>
                <a:cubicBezTo>
                  <a:pt x="350" y="507"/>
                  <a:pt x="380" y="492"/>
                  <a:pt x="408" y="464"/>
                </a:cubicBezTo>
                <a:cubicBezTo>
                  <a:pt x="436" y="436"/>
                  <a:pt x="450" y="403"/>
                  <a:pt x="450" y="3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639320" y="3476160"/>
            <a:ext cx="293400" cy="198000"/>
          </a:xfrm>
          <a:custGeom>
            <a:avLst/>
            <a:gdLst/>
            <a:ahLst/>
            <a:rect l="0" t="0" r="r" b="b"/>
            <a:pathLst>
              <a:path w="815" h="550">
                <a:moveTo>
                  <a:pt x="203" y="44"/>
                </a:moveTo>
                <a:cubicBezTo>
                  <a:pt x="203" y="41"/>
                  <a:pt x="188" y="39"/>
                  <a:pt x="158" y="38"/>
                </a:cubicBezTo>
                <a:cubicBezTo>
                  <a:pt x="145" y="38"/>
                  <a:pt x="136" y="37"/>
                  <a:pt x="133" y="37"/>
                </a:cubicBezTo>
                <a:cubicBezTo>
                  <a:pt x="129" y="36"/>
                  <a:pt x="127" y="34"/>
                  <a:pt x="127" y="29"/>
                </a:cubicBezTo>
                <a:cubicBezTo>
                  <a:pt x="127" y="28"/>
                  <a:pt x="128" y="25"/>
                  <a:pt x="129" y="20"/>
                </a:cubicBezTo>
                <a:cubicBezTo>
                  <a:pt x="129" y="18"/>
                  <a:pt x="130" y="17"/>
                  <a:pt x="130" y="14"/>
                </a:cubicBezTo>
                <a:cubicBezTo>
                  <a:pt x="131" y="12"/>
                  <a:pt x="131" y="11"/>
                  <a:pt x="131" y="10"/>
                </a:cubicBezTo>
                <a:cubicBezTo>
                  <a:pt x="131" y="10"/>
                  <a:pt x="132" y="9"/>
                  <a:pt x="133" y="6"/>
                </a:cubicBezTo>
                <a:cubicBezTo>
                  <a:pt x="134" y="4"/>
                  <a:pt x="134" y="4"/>
                  <a:pt x="134" y="4"/>
                </a:cubicBezTo>
                <a:cubicBezTo>
                  <a:pt x="134" y="5"/>
                  <a:pt x="135" y="4"/>
                  <a:pt x="137" y="2"/>
                </a:cubicBezTo>
                <a:cubicBezTo>
                  <a:pt x="140" y="1"/>
                  <a:pt x="141" y="0"/>
                  <a:pt x="141" y="1"/>
                </a:cubicBezTo>
                <a:cubicBezTo>
                  <a:pt x="142" y="1"/>
                  <a:pt x="144" y="1"/>
                  <a:pt x="148" y="1"/>
                </a:cubicBezTo>
                <a:cubicBezTo>
                  <a:pt x="152" y="0"/>
                  <a:pt x="155" y="0"/>
                  <a:pt x="158" y="0"/>
                </a:cubicBezTo>
                <a:cubicBezTo>
                  <a:pt x="161" y="0"/>
                  <a:pt x="169" y="0"/>
                  <a:pt x="182" y="0"/>
                </a:cubicBezTo>
                <a:cubicBezTo>
                  <a:pt x="194" y="0"/>
                  <a:pt x="206" y="0"/>
                  <a:pt x="218" y="1"/>
                </a:cubicBezTo>
                <a:cubicBezTo>
                  <a:pt x="260" y="1"/>
                  <a:pt x="284" y="1"/>
                  <a:pt x="291" y="1"/>
                </a:cubicBezTo>
                <a:cubicBezTo>
                  <a:pt x="297" y="1"/>
                  <a:pt x="301" y="2"/>
                  <a:pt x="304" y="5"/>
                </a:cubicBezTo>
                <a:cubicBezTo>
                  <a:pt x="304" y="7"/>
                  <a:pt x="314" y="82"/>
                  <a:pt x="333" y="231"/>
                </a:cubicBezTo>
                <a:lnTo>
                  <a:pt x="362" y="455"/>
                </a:lnTo>
                <a:lnTo>
                  <a:pt x="380" y="425"/>
                </a:lnTo>
                <a:cubicBezTo>
                  <a:pt x="393" y="406"/>
                  <a:pt x="410" y="379"/>
                  <a:pt x="432" y="345"/>
                </a:cubicBezTo>
                <a:cubicBezTo>
                  <a:pt x="453" y="311"/>
                  <a:pt x="477" y="273"/>
                  <a:pt x="502" y="233"/>
                </a:cubicBezTo>
                <a:cubicBezTo>
                  <a:pt x="597" y="83"/>
                  <a:pt x="644" y="8"/>
                  <a:pt x="645" y="7"/>
                </a:cubicBezTo>
                <a:cubicBezTo>
                  <a:pt x="646" y="7"/>
                  <a:pt x="647" y="6"/>
                  <a:pt x="648" y="5"/>
                </a:cubicBezTo>
                <a:cubicBezTo>
                  <a:pt x="649" y="4"/>
                  <a:pt x="650" y="3"/>
                  <a:pt x="651" y="2"/>
                </a:cubicBezTo>
                <a:lnTo>
                  <a:pt x="656" y="1"/>
                </a:lnTo>
                <a:lnTo>
                  <a:pt x="733" y="1"/>
                </a:lnTo>
                <a:cubicBezTo>
                  <a:pt x="742" y="1"/>
                  <a:pt x="753" y="1"/>
                  <a:pt x="765" y="1"/>
                </a:cubicBezTo>
                <a:cubicBezTo>
                  <a:pt x="777" y="1"/>
                  <a:pt x="785" y="1"/>
                  <a:pt x="788" y="0"/>
                </a:cubicBezTo>
                <a:cubicBezTo>
                  <a:pt x="806" y="0"/>
                  <a:pt x="815" y="3"/>
                  <a:pt x="815" y="9"/>
                </a:cubicBezTo>
                <a:cubicBezTo>
                  <a:pt x="815" y="12"/>
                  <a:pt x="815" y="16"/>
                  <a:pt x="813" y="22"/>
                </a:cubicBezTo>
                <a:cubicBezTo>
                  <a:pt x="811" y="29"/>
                  <a:pt x="811" y="32"/>
                  <a:pt x="811" y="33"/>
                </a:cubicBezTo>
                <a:cubicBezTo>
                  <a:pt x="808" y="36"/>
                  <a:pt x="799" y="38"/>
                  <a:pt x="781" y="38"/>
                </a:cubicBezTo>
                <a:cubicBezTo>
                  <a:pt x="760" y="38"/>
                  <a:pt x="746" y="39"/>
                  <a:pt x="740" y="40"/>
                </a:cubicBezTo>
                <a:cubicBezTo>
                  <a:pt x="734" y="41"/>
                  <a:pt x="729" y="44"/>
                  <a:pt x="726" y="49"/>
                </a:cubicBezTo>
                <a:cubicBezTo>
                  <a:pt x="724" y="52"/>
                  <a:pt x="705" y="127"/>
                  <a:pt x="668" y="276"/>
                </a:cubicBezTo>
                <a:cubicBezTo>
                  <a:pt x="631" y="425"/>
                  <a:pt x="612" y="501"/>
                  <a:pt x="612" y="502"/>
                </a:cubicBezTo>
                <a:cubicBezTo>
                  <a:pt x="612" y="504"/>
                  <a:pt x="612" y="506"/>
                  <a:pt x="612" y="506"/>
                </a:cubicBezTo>
                <a:cubicBezTo>
                  <a:pt x="613" y="507"/>
                  <a:pt x="615" y="508"/>
                  <a:pt x="618" y="510"/>
                </a:cubicBezTo>
                <a:cubicBezTo>
                  <a:pt x="621" y="511"/>
                  <a:pt x="626" y="512"/>
                  <a:pt x="632" y="511"/>
                </a:cubicBezTo>
                <a:cubicBezTo>
                  <a:pt x="638" y="511"/>
                  <a:pt x="646" y="511"/>
                  <a:pt x="658" y="513"/>
                </a:cubicBezTo>
                <a:lnTo>
                  <a:pt x="683" y="513"/>
                </a:lnTo>
                <a:cubicBezTo>
                  <a:pt x="686" y="518"/>
                  <a:pt x="688" y="520"/>
                  <a:pt x="688" y="522"/>
                </a:cubicBezTo>
                <a:cubicBezTo>
                  <a:pt x="688" y="530"/>
                  <a:pt x="686" y="538"/>
                  <a:pt x="682" y="546"/>
                </a:cubicBezTo>
                <a:cubicBezTo>
                  <a:pt x="680" y="548"/>
                  <a:pt x="675" y="550"/>
                  <a:pt x="669" y="550"/>
                </a:cubicBezTo>
                <a:cubicBezTo>
                  <a:pt x="667" y="550"/>
                  <a:pt x="656" y="549"/>
                  <a:pt x="637" y="549"/>
                </a:cubicBezTo>
                <a:cubicBezTo>
                  <a:pt x="617" y="548"/>
                  <a:pt x="593" y="548"/>
                  <a:pt x="563" y="548"/>
                </a:cubicBezTo>
                <a:cubicBezTo>
                  <a:pt x="529" y="548"/>
                  <a:pt x="505" y="548"/>
                  <a:pt x="488" y="548"/>
                </a:cubicBezTo>
                <a:cubicBezTo>
                  <a:pt x="471" y="548"/>
                  <a:pt x="462" y="548"/>
                  <a:pt x="460" y="549"/>
                </a:cubicBezTo>
                <a:cubicBezTo>
                  <a:pt x="451" y="549"/>
                  <a:pt x="446" y="546"/>
                  <a:pt x="446" y="541"/>
                </a:cubicBezTo>
                <a:cubicBezTo>
                  <a:pt x="446" y="540"/>
                  <a:pt x="447" y="536"/>
                  <a:pt x="448" y="530"/>
                </a:cubicBezTo>
                <a:cubicBezTo>
                  <a:pt x="450" y="521"/>
                  <a:pt x="452" y="516"/>
                  <a:pt x="454" y="515"/>
                </a:cubicBezTo>
                <a:cubicBezTo>
                  <a:pt x="456" y="514"/>
                  <a:pt x="463" y="513"/>
                  <a:pt x="473" y="513"/>
                </a:cubicBezTo>
                <a:cubicBezTo>
                  <a:pt x="487" y="513"/>
                  <a:pt x="503" y="512"/>
                  <a:pt x="521" y="510"/>
                </a:cubicBezTo>
                <a:cubicBezTo>
                  <a:pt x="528" y="509"/>
                  <a:pt x="533" y="506"/>
                  <a:pt x="536" y="501"/>
                </a:cubicBezTo>
                <a:cubicBezTo>
                  <a:pt x="537" y="499"/>
                  <a:pt x="548" y="459"/>
                  <a:pt x="568" y="383"/>
                </a:cubicBezTo>
                <a:cubicBezTo>
                  <a:pt x="587" y="307"/>
                  <a:pt x="606" y="231"/>
                  <a:pt x="625" y="156"/>
                </a:cubicBezTo>
                <a:cubicBezTo>
                  <a:pt x="643" y="80"/>
                  <a:pt x="653" y="43"/>
                  <a:pt x="653" y="43"/>
                </a:cubicBezTo>
                <a:lnTo>
                  <a:pt x="496" y="290"/>
                </a:lnTo>
                <a:cubicBezTo>
                  <a:pt x="391" y="457"/>
                  <a:pt x="337" y="543"/>
                  <a:pt x="335" y="546"/>
                </a:cubicBezTo>
                <a:cubicBezTo>
                  <a:pt x="334" y="546"/>
                  <a:pt x="333" y="547"/>
                  <a:pt x="332" y="547"/>
                </a:cubicBezTo>
                <a:cubicBezTo>
                  <a:pt x="329" y="549"/>
                  <a:pt x="325" y="550"/>
                  <a:pt x="319" y="550"/>
                </a:cubicBezTo>
                <a:cubicBezTo>
                  <a:pt x="311" y="550"/>
                  <a:pt x="306" y="548"/>
                  <a:pt x="304" y="544"/>
                </a:cubicBezTo>
                <a:cubicBezTo>
                  <a:pt x="303" y="542"/>
                  <a:pt x="292" y="458"/>
                  <a:pt x="271" y="294"/>
                </a:cubicBezTo>
                <a:lnTo>
                  <a:pt x="240" y="48"/>
                </a:lnTo>
                <a:lnTo>
                  <a:pt x="186" y="265"/>
                </a:lnTo>
                <a:cubicBezTo>
                  <a:pt x="150" y="407"/>
                  <a:pt x="132" y="480"/>
                  <a:pt x="132" y="486"/>
                </a:cubicBezTo>
                <a:cubicBezTo>
                  <a:pt x="135" y="504"/>
                  <a:pt x="154" y="513"/>
                  <a:pt x="190" y="513"/>
                </a:cubicBezTo>
                <a:lnTo>
                  <a:pt x="198" y="513"/>
                </a:lnTo>
                <a:cubicBezTo>
                  <a:pt x="201" y="515"/>
                  <a:pt x="203" y="518"/>
                  <a:pt x="203" y="520"/>
                </a:cubicBezTo>
                <a:cubicBezTo>
                  <a:pt x="204" y="522"/>
                  <a:pt x="203" y="527"/>
                  <a:pt x="201" y="534"/>
                </a:cubicBezTo>
                <a:cubicBezTo>
                  <a:pt x="199" y="543"/>
                  <a:pt x="197" y="548"/>
                  <a:pt x="194" y="549"/>
                </a:cubicBezTo>
                <a:cubicBezTo>
                  <a:pt x="192" y="549"/>
                  <a:pt x="189" y="550"/>
                  <a:pt x="186" y="550"/>
                </a:cubicBezTo>
                <a:cubicBezTo>
                  <a:pt x="185" y="550"/>
                  <a:pt x="181" y="550"/>
                  <a:pt x="176" y="550"/>
                </a:cubicBezTo>
                <a:cubicBezTo>
                  <a:pt x="171" y="550"/>
                  <a:pt x="162" y="549"/>
                  <a:pt x="149" y="549"/>
                </a:cubicBezTo>
                <a:cubicBezTo>
                  <a:pt x="136" y="548"/>
                  <a:pt x="119" y="548"/>
                  <a:pt x="97" y="548"/>
                </a:cubicBezTo>
                <a:cubicBezTo>
                  <a:pt x="81" y="548"/>
                  <a:pt x="65" y="548"/>
                  <a:pt x="48" y="549"/>
                </a:cubicBezTo>
                <a:cubicBezTo>
                  <a:pt x="31" y="549"/>
                  <a:pt x="21" y="550"/>
                  <a:pt x="18" y="550"/>
                </a:cubicBezTo>
                <a:cubicBezTo>
                  <a:pt x="10" y="550"/>
                  <a:pt x="5" y="549"/>
                  <a:pt x="3" y="548"/>
                </a:cubicBezTo>
                <a:cubicBezTo>
                  <a:pt x="1" y="547"/>
                  <a:pt x="0" y="545"/>
                  <a:pt x="0" y="541"/>
                </a:cubicBezTo>
                <a:cubicBezTo>
                  <a:pt x="0" y="540"/>
                  <a:pt x="0" y="536"/>
                  <a:pt x="2" y="530"/>
                </a:cubicBezTo>
                <a:cubicBezTo>
                  <a:pt x="4" y="523"/>
                  <a:pt x="5" y="519"/>
                  <a:pt x="6" y="518"/>
                </a:cubicBezTo>
                <a:cubicBezTo>
                  <a:pt x="7" y="514"/>
                  <a:pt x="13" y="513"/>
                  <a:pt x="24" y="513"/>
                </a:cubicBezTo>
                <a:cubicBezTo>
                  <a:pt x="61" y="513"/>
                  <a:pt x="85" y="502"/>
                  <a:pt x="95" y="480"/>
                </a:cubicBezTo>
                <a:cubicBezTo>
                  <a:pt x="97" y="476"/>
                  <a:pt x="116" y="405"/>
                  <a:pt x="150" y="265"/>
                </a:cubicBezTo>
                <a:cubicBezTo>
                  <a:pt x="185" y="125"/>
                  <a:pt x="203" y="51"/>
                  <a:pt x="203" y="4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4942080" y="3476520"/>
            <a:ext cx="208800" cy="203400"/>
          </a:xfrm>
          <a:custGeom>
            <a:avLst/>
            <a:gdLst/>
            <a:ahLst/>
            <a:rect l="0" t="0" r="r" b="b"/>
            <a:pathLst>
              <a:path w="580" h="565">
                <a:moveTo>
                  <a:pt x="158" y="37"/>
                </a:moveTo>
                <a:cubicBezTo>
                  <a:pt x="143" y="37"/>
                  <a:pt x="135" y="36"/>
                  <a:pt x="132" y="36"/>
                </a:cubicBezTo>
                <a:cubicBezTo>
                  <a:pt x="130" y="35"/>
                  <a:pt x="128" y="32"/>
                  <a:pt x="128" y="27"/>
                </a:cubicBezTo>
                <a:cubicBezTo>
                  <a:pt x="128" y="13"/>
                  <a:pt x="131" y="4"/>
                  <a:pt x="137" y="1"/>
                </a:cubicBezTo>
                <a:cubicBezTo>
                  <a:pt x="138" y="0"/>
                  <a:pt x="185" y="0"/>
                  <a:pt x="277" y="0"/>
                </a:cubicBezTo>
                <a:cubicBezTo>
                  <a:pt x="369" y="0"/>
                  <a:pt x="418" y="1"/>
                  <a:pt x="426" y="2"/>
                </a:cubicBezTo>
                <a:cubicBezTo>
                  <a:pt x="456" y="7"/>
                  <a:pt x="482" y="14"/>
                  <a:pt x="502" y="25"/>
                </a:cubicBezTo>
                <a:cubicBezTo>
                  <a:pt x="522" y="35"/>
                  <a:pt x="537" y="48"/>
                  <a:pt x="545" y="62"/>
                </a:cubicBezTo>
                <a:cubicBezTo>
                  <a:pt x="554" y="75"/>
                  <a:pt x="560" y="87"/>
                  <a:pt x="562" y="96"/>
                </a:cubicBezTo>
                <a:cubicBezTo>
                  <a:pt x="565" y="105"/>
                  <a:pt x="567" y="114"/>
                  <a:pt x="567" y="123"/>
                </a:cubicBezTo>
                <a:cubicBezTo>
                  <a:pt x="567" y="147"/>
                  <a:pt x="559" y="170"/>
                  <a:pt x="544" y="191"/>
                </a:cubicBezTo>
                <a:cubicBezTo>
                  <a:pt x="528" y="212"/>
                  <a:pt x="510" y="229"/>
                  <a:pt x="490" y="240"/>
                </a:cubicBezTo>
                <a:cubicBezTo>
                  <a:pt x="470" y="251"/>
                  <a:pt x="451" y="260"/>
                  <a:pt x="435" y="267"/>
                </a:cubicBezTo>
                <a:cubicBezTo>
                  <a:pt x="420" y="274"/>
                  <a:pt x="410" y="278"/>
                  <a:pt x="405" y="278"/>
                </a:cubicBezTo>
                <a:lnTo>
                  <a:pt x="411" y="282"/>
                </a:lnTo>
                <a:cubicBezTo>
                  <a:pt x="446" y="302"/>
                  <a:pt x="465" y="331"/>
                  <a:pt x="465" y="370"/>
                </a:cubicBezTo>
                <a:cubicBezTo>
                  <a:pt x="465" y="376"/>
                  <a:pt x="464" y="392"/>
                  <a:pt x="461" y="419"/>
                </a:cubicBezTo>
                <a:cubicBezTo>
                  <a:pt x="459" y="445"/>
                  <a:pt x="456" y="467"/>
                  <a:pt x="456" y="484"/>
                </a:cubicBezTo>
                <a:lnTo>
                  <a:pt x="456" y="492"/>
                </a:lnTo>
                <a:cubicBezTo>
                  <a:pt x="456" y="501"/>
                  <a:pt x="456" y="509"/>
                  <a:pt x="457" y="514"/>
                </a:cubicBezTo>
                <a:cubicBezTo>
                  <a:pt x="459" y="519"/>
                  <a:pt x="462" y="524"/>
                  <a:pt x="467" y="529"/>
                </a:cubicBezTo>
                <a:cubicBezTo>
                  <a:pt x="472" y="533"/>
                  <a:pt x="479" y="535"/>
                  <a:pt x="488" y="536"/>
                </a:cubicBezTo>
                <a:cubicBezTo>
                  <a:pt x="503" y="536"/>
                  <a:pt x="515" y="530"/>
                  <a:pt x="525" y="518"/>
                </a:cubicBezTo>
                <a:cubicBezTo>
                  <a:pt x="534" y="506"/>
                  <a:pt x="541" y="494"/>
                  <a:pt x="545" y="480"/>
                </a:cubicBezTo>
                <a:cubicBezTo>
                  <a:pt x="548" y="473"/>
                  <a:pt x="550" y="468"/>
                  <a:pt x="552" y="467"/>
                </a:cubicBezTo>
                <a:cubicBezTo>
                  <a:pt x="553" y="465"/>
                  <a:pt x="557" y="464"/>
                  <a:pt x="564" y="464"/>
                </a:cubicBezTo>
                <a:cubicBezTo>
                  <a:pt x="575" y="464"/>
                  <a:pt x="580" y="468"/>
                  <a:pt x="580" y="474"/>
                </a:cubicBezTo>
                <a:cubicBezTo>
                  <a:pt x="580" y="484"/>
                  <a:pt x="574" y="499"/>
                  <a:pt x="561" y="520"/>
                </a:cubicBezTo>
                <a:cubicBezTo>
                  <a:pt x="540" y="550"/>
                  <a:pt x="516" y="565"/>
                  <a:pt x="489" y="565"/>
                </a:cubicBezTo>
                <a:lnTo>
                  <a:pt x="481" y="565"/>
                </a:lnTo>
                <a:cubicBezTo>
                  <a:pt x="448" y="565"/>
                  <a:pt x="421" y="559"/>
                  <a:pt x="399" y="545"/>
                </a:cubicBezTo>
                <a:cubicBezTo>
                  <a:pt x="378" y="532"/>
                  <a:pt x="366" y="511"/>
                  <a:pt x="364" y="483"/>
                </a:cubicBezTo>
                <a:cubicBezTo>
                  <a:pt x="364" y="468"/>
                  <a:pt x="368" y="446"/>
                  <a:pt x="376" y="415"/>
                </a:cubicBezTo>
                <a:cubicBezTo>
                  <a:pt x="384" y="385"/>
                  <a:pt x="388" y="365"/>
                  <a:pt x="388" y="357"/>
                </a:cubicBezTo>
                <a:cubicBezTo>
                  <a:pt x="388" y="330"/>
                  <a:pt x="377" y="310"/>
                  <a:pt x="354" y="298"/>
                </a:cubicBezTo>
                <a:cubicBezTo>
                  <a:pt x="346" y="294"/>
                  <a:pt x="339" y="292"/>
                  <a:pt x="334" y="291"/>
                </a:cubicBezTo>
                <a:cubicBezTo>
                  <a:pt x="328" y="291"/>
                  <a:pt x="309" y="290"/>
                  <a:pt x="277" y="290"/>
                </a:cubicBezTo>
                <a:lnTo>
                  <a:pt x="221" y="290"/>
                </a:lnTo>
                <a:lnTo>
                  <a:pt x="196" y="394"/>
                </a:lnTo>
                <a:cubicBezTo>
                  <a:pt x="178" y="464"/>
                  <a:pt x="169" y="500"/>
                  <a:pt x="169" y="501"/>
                </a:cubicBezTo>
                <a:cubicBezTo>
                  <a:pt x="169" y="503"/>
                  <a:pt x="169" y="505"/>
                  <a:pt x="170" y="505"/>
                </a:cubicBezTo>
                <a:cubicBezTo>
                  <a:pt x="170" y="506"/>
                  <a:pt x="172" y="507"/>
                  <a:pt x="176" y="509"/>
                </a:cubicBezTo>
                <a:cubicBezTo>
                  <a:pt x="179" y="510"/>
                  <a:pt x="183" y="511"/>
                  <a:pt x="189" y="510"/>
                </a:cubicBezTo>
                <a:cubicBezTo>
                  <a:pt x="195" y="510"/>
                  <a:pt x="204" y="510"/>
                  <a:pt x="216" y="512"/>
                </a:cubicBezTo>
                <a:lnTo>
                  <a:pt x="240" y="512"/>
                </a:lnTo>
                <a:cubicBezTo>
                  <a:pt x="244" y="516"/>
                  <a:pt x="245" y="518"/>
                  <a:pt x="245" y="519"/>
                </a:cubicBezTo>
                <a:cubicBezTo>
                  <a:pt x="245" y="519"/>
                  <a:pt x="244" y="524"/>
                  <a:pt x="243" y="533"/>
                </a:cubicBezTo>
                <a:cubicBezTo>
                  <a:pt x="241" y="540"/>
                  <a:pt x="238" y="545"/>
                  <a:pt x="235" y="549"/>
                </a:cubicBezTo>
                <a:lnTo>
                  <a:pt x="223" y="549"/>
                </a:lnTo>
                <a:cubicBezTo>
                  <a:pt x="204" y="548"/>
                  <a:pt x="169" y="547"/>
                  <a:pt x="118" y="547"/>
                </a:cubicBezTo>
                <a:cubicBezTo>
                  <a:pt x="100" y="547"/>
                  <a:pt x="83" y="547"/>
                  <a:pt x="67" y="547"/>
                </a:cubicBezTo>
                <a:cubicBezTo>
                  <a:pt x="52" y="547"/>
                  <a:pt x="39" y="547"/>
                  <a:pt x="30" y="547"/>
                </a:cubicBezTo>
                <a:cubicBezTo>
                  <a:pt x="21" y="547"/>
                  <a:pt x="16" y="547"/>
                  <a:pt x="14" y="548"/>
                </a:cubicBezTo>
                <a:cubicBezTo>
                  <a:pt x="4" y="548"/>
                  <a:pt x="0" y="545"/>
                  <a:pt x="0" y="541"/>
                </a:cubicBezTo>
                <a:cubicBezTo>
                  <a:pt x="0" y="540"/>
                  <a:pt x="1" y="536"/>
                  <a:pt x="2" y="529"/>
                </a:cubicBezTo>
                <a:cubicBezTo>
                  <a:pt x="5" y="519"/>
                  <a:pt x="8" y="514"/>
                  <a:pt x="10" y="513"/>
                </a:cubicBezTo>
                <a:cubicBezTo>
                  <a:pt x="12" y="512"/>
                  <a:pt x="16" y="512"/>
                  <a:pt x="22" y="512"/>
                </a:cubicBezTo>
                <a:lnTo>
                  <a:pt x="27" y="512"/>
                </a:lnTo>
                <a:cubicBezTo>
                  <a:pt x="42" y="512"/>
                  <a:pt x="58" y="511"/>
                  <a:pt x="75" y="509"/>
                </a:cubicBezTo>
                <a:cubicBezTo>
                  <a:pt x="83" y="508"/>
                  <a:pt x="88" y="505"/>
                  <a:pt x="91" y="500"/>
                </a:cubicBezTo>
                <a:cubicBezTo>
                  <a:pt x="92" y="498"/>
                  <a:pt x="111" y="423"/>
                  <a:pt x="148" y="277"/>
                </a:cubicBezTo>
                <a:cubicBezTo>
                  <a:pt x="185" y="129"/>
                  <a:pt x="204" y="52"/>
                  <a:pt x="204" y="44"/>
                </a:cubicBezTo>
                <a:cubicBezTo>
                  <a:pt x="204" y="40"/>
                  <a:pt x="188" y="38"/>
                  <a:pt x="158" y="37"/>
                </a:cubicBezTo>
                <a:moveTo>
                  <a:pt x="480" y="103"/>
                </a:moveTo>
                <a:cubicBezTo>
                  <a:pt x="480" y="86"/>
                  <a:pt x="474" y="72"/>
                  <a:pt x="463" y="60"/>
                </a:cubicBezTo>
                <a:cubicBezTo>
                  <a:pt x="451" y="48"/>
                  <a:pt x="428" y="41"/>
                  <a:pt x="393" y="38"/>
                </a:cubicBezTo>
                <a:cubicBezTo>
                  <a:pt x="392" y="38"/>
                  <a:pt x="386" y="38"/>
                  <a:pt x="374" y="38"/>
                </a:cubicBezTo>
                <a:cubicBezTo>
                  <a:pt x="363" y="38"/>
                  <a:pt x="353" y="37"/>
                  <a:pt x="344" y="37"/>
                </a:cubicBezTo>
                <a:lnTo>
                  <a:pt x="326" y="37"/>
                </a:lnTo>
                <a:cubicBezTo>
                  <a:pt x="301" y="37"/>
                  <a:pt x="287" y="39"/>
                  <a:pt x="283" y="45"/>
                </a:cubicBezTo>
                <a:cubicBezTo>
                  <a:pt x="282" y="46"/>
                  <a:pt x="273" y="82"/>
                  <a:pt x="256" y="151"/>
                </a:cubicBezTo>
                <a:cubicBezTo>
                  <a:pt x="238" y="222"/>
                  <a:pt x="229" y="257"/>
                  <a:pt x="229" y="259"/>
                </a:cubicBezTo>
                <a:cubicBezTo>
                  <a:pt x="229" y="260"/>
                  <a:pt x="248" y="260"/>
                  <a:pt x="285" y="260"/>
                </a:cubicBezTo>
                <a:cubicBezTo>
                  <a:pt x="326" y="259"/>
                  <a:pt x="354" y="257"/>
                  <a:pt x="368" y="254"/>
                </a:cubicBezTo>
                <a:cubicBezTo>
                  <a:pt x="402" y="249"/>
                  <a:pt x="429" y="233"/>
                  <a:pt x="448" y="206"/>
                </a:cubicBezTo>
                <a:cubicBezTo>
                  <a:pt x="457" y="194"/>
                  <a:pt x="465" y="178"/>
                  <a:pt x="471" y="158"/>
                </a:cubicBezTo>
                <a:cubicBezTo>
                  <a:pt x="477" y="138"/>
                  <a:pt x="480" y="120"/>
                  <a:pt x="480" y="10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57160" y="3422160"/>
            <a:ext cx="3557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As chronological age increases,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150880" y="3422160"/>
            <a:ext cx="65084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typically decreases due to gradual sarcopenia and natural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57160" y="3774600"/>
            <a:ext cx="5209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age-related shifts in internal hormone proﬁles.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857160" y="4193640"/>
            <a:ext cx="10209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Biological sex aﬀects baseline energy requirements primarily through divergent patterns of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57160" y="4546080"/>
            <a:ext cx="56671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average muscle mass and circulating testosterone.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18840" y="21999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6" y="192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2"/>
                  <a:pt x="15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80880" y="1377000"/>
            <a:ext cx="657828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Practical BMR Calculation Methodology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857160" y="2079000"/>
            <a:ext cx="109429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Miﬄin-St Jeor equation is the universally preferred standard formula due to its high predictive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618840" y="29714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6" y="193"/>
                  <a:pt x="205" y="205"/>
                </a:cubicBezTo>
                <a:cubicBezTo>
                  <a:pt x="193" y="216"/>
                  <a:pt x="181" y="225"/>
                  <a:pt x="166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1"/>
                </a:cubicBezTo>
                <a:cubicBezTo>
                  <a:pt x="59" y="225"/>
                  <a:pt x="46" y="216"/>
                  <a:pt x="35" y="205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59"/>
                  <a:pt x="24" y="47"/>
                  <a:pt x="35" y="35"/>
                </a:cubicBezTo>
                <a:cubicBezTo>
                  <a:pt x="46" y="24"/>
                  <a:pt x="59" y="16"/>
                  <a:pt x="75" y="10"/>
                </a:cubicBezTo>
                <a:cubicBezTo>
                  <a:pt x="89" y="4"/>
                  <a:pt x="105" y="0"/>
                  <a:pt x="120" y="0"/>
                </a:cubicBezTo>
                <a:cubicBezTo>
                  <a:pt x="136" y="0"/>
                  <a:pt x="151" y="4"/>
                  <a:pt x="166" y="10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7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857160" y="2441160"/>
            <a:ext cx="4639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accuracy for modern diverse populations.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367800" y="3372120"/>
            <a:ext cx="208440" cy="197280"/>
          </a:xfrm>
          <a:custGeom>
            <a:avLst/>
            <a:gdLst/>
            <a:ahLst/>
            <a:rect l="0" t="0" r="r" b="b"/>
            <a:pathLst>
              <a:path w="579" h="548">
                <a:moveTo>
                  <a:pt x="157" y="36"/>
                </a:moveTo>
                <a:cubicBezTo>
                  <a:pt x="142" y="36"/>
                  <a:pt x="134" y="36"/>
                  <a:pt x="131" y="36"/>
                </a:cubicBezTo>
                <a:cubicBezTo>
                  <a:pt x="128" y="35"/>
                  <a:pt x="127" y="32"/>
                  <a:pt x="127" y="27"/>
                </a:cubicBezTo>
                <a:cubicBezTo>
                  <a:pt x="127" y="12"/>
                  <a:pt x="130" y="4"/>
                  <a:pt x="136" y="0"/>
                </a:cubicBezTo>
                <a:cubicBezTo>
                  <a:pt x="136" y="0"/>
                  <a:pt x="172" y="0"/>
                  <a:pt x="241" y="0"/>
                </a:cubicBezTo>
                <a:cubicBezTo>
                  <a:pt x="380" y="0"/>
                  <a:pt x="453" y="0"/>
                  <a:pt x="460" y="1"/>
                </a:cubicBezTo>
                <a:cubicBezTo>
                  <a:pt x="494" y="6"/>
                  <a:pt x="522" y="19"/>
                  <a:pt x="544" y="37"/>
                </a:cubicBezTo>
                <a:cubicBezTo>
                  <a:pt x="567" y="56"/>
                  <a:pt x="578" y="81"/>
                  <a:pt x="579" y="111"/>
                </a:cubicBezTo>
                <a:cubicBezTo>
                  <a:pt x="579" y="145"/>
                  <a:pt x="563" y="176"/>
                  <a:pt x="532" y="203"/>
                </a:cubicBezTo>
                <a:cubicBezTo>
                  <a:pt x="501" y="231"/>
                  <a:pt x="466" y="250"/>
                  <a:pt x="426" y="259"/>
                </a:cubicBezTo>
                <a:lnTo>
                  <a:pt x="418" y="262"/>
                </a:lnTo>
                <a:cubicBezTo>
                  <a:pt x="452" y="267"/>
                  <a:pt x="480" y="279"/>
                  <a:pt x="502" y="299"/>
                </a:cubicBezTo>
                <a:cubicBezTo>
                  <a:pt x="524" y="319"/>
                  <a:pt x="535" y="343"/>
                  <a:pt x="535" y="372"/>
                </a:cubicBezTo>
                <a:cubicBezTo>
                  <a:pt x="535" y="411"/>
                  <a:pt x="516" y="449"/>
                  <a:pt x="478" y="486"/>
                </a:cubicBezTo>
                <a:cubicBezTo>
                  <a:pt x="439" y="522"/>
                  <a:pt x="392" y="542"/>
                  <a:pt x="336" y="547"/>
                </a:cubicBezTo>
                <a:cubicBezTo>
                  <a:pt x="332" y="548"/>
                  <a:pt x="276" y="548"/>
                  <a:pt x="167" y="548"/>
                </a:cubicBezTo>
                <a:cubicBezTo>
                  <a:pt x="59" y="548"/>
                  <a:pt x="4" y="548"/>
                  <a:pt x="3" y="546"/>
                </a:cubicBezTo>
                <a:cubicBezTo>
                  <a:pt x="1" y="545"/>
                  <a:pt x="0" y="543"/>
                  <a:pt x="0" y="540"/>
                </a:cubicBezTo>
                <a:cubicBezTo>
                  <a:pt x="0" y="536"/>
                  <a:pt x="0" y="533"/>
                  <a:pt x="1" y="529"/>
                </a:cubicBezTo>
                <a:cubicBezTo>
                  <a:pt x="4" y="519"/>
                  <a:pt x="7" y="513"/>
                  <a:pt x="9" y="512"/>
                </a:cubicBezTo>
                <a:cubicBezTo>
                  <a:pt x="11" y="511"/>
                  <a:pt x="15" y="511"/>
                  <a:pt x="21" y="511"/>
                </a:cubicBezTo>
                <a:lnTo>
                  <a:pt x="26" y="511"/>
                </a:lnTo>
                <a:cubicBezTo>
                  <a:pt x="41" y="511"/>
                  <a:pt x="57" y="510"/>
                  <a:pt x="74" y="509"/>
                </a:cubicBezTo>
                <a:cubicBezTo>
                  <a:pt x="82" y="507"/>
                  <a:pt x="87" y="504"/>
                  <a:pt x="89" y="499"/>
                </a:cubicBezTo>
                <a:cubicBezTo>
                  <a:pt x="91" y="497"/>
                  <a:pt x="110" y="423"/>
                  <a:pt x="147" y="276"/>
                </a:cubicBezTo>
                <a:cubicBezTo>
                  <a:pt x="185" y="129"/>
                  <a:pt x="203" y="52"/>
                  <a:pt x="203" y="44"/>
                </a:cubicBezTo>
                <a:cubicBezTo>
                  <a:pt x="203" y="40"/>
                  <a:pt x="188" y="37"/>
                  <a:pt x="157" y="36"/>
                </a:cubicBezTo>
                <a:moveTo>
                  <a:pt x="493" y="111"/>
                </a:moveTo>
                <a:cubicBezTo>
                  <a:pt x="493" y="95"/>
                  <a:pt x="489" y="80"/>
                  <a:pt x="481" y="66"/>
                </a:cubicBezTo>
                <a:cubicBezTo>
                  <a:pt x="473" y="52"/>
                  <a:pt x="460" y="43"/>
                  <a:pt x="442" y="39"/>
                </a:cubicBezTo>
                <a:cubicBezTo>
                  <a:pt x="438" y="38"/>
                  <a:pt x="413" y="37"/>
                  <a:pt x="368" y="36"/>
                </a:cubicBezTo>
                <a:cubicBezTo>
                  <a:pt x="357" y="36"/>
                  <a:pt x="346" y="36"/>
                  <a:pt x="334" y="36"/>
                </a:cubicBezTo>
                <a:cubicBezTo>
                  <a:pt x="322" y="36"/>
                  <a:pt x="313" y="37"/>
                  <a:pt x="306" y="37"/>
                </a:cubicBezTo>
                <a:lnTo>
                  <a:pt x="296" y="37"/>
                </a:lnTo>
                <a:cubicBezTo>
                  <a:pt x="288" y="38"/>
                  <a:pt x="283" y="40"/>
                  <a:pt x="280" y="45"/>
                </a:cubicBezTo>
                <a:cubicBezTo>
                  <a:pt x="279" y="47"/>
                  <a:pt x="271" y="79"/>
                  <a:pt x="255" y="141"/>
                </a:cubicBezTo>
                <a:cubicBezTo>
                  <a:pt x="255" y="143"/>
                  <a:pt x="255" y="145"/>
                  <a:pt x="254" y="146"/>
                </a:cubicBezTo>
                <a:lnTo>
                  <a:pt x="229" y="248"/>
                </a:lnTo>
                <a:lnTo>
                  <a:pt x="294" y="248"/>
                </a:lnTo>
                <a:cubicBezTo>
                  <a:pt x="337" y="248"/>
                  <a:pt x="362" y="248"/>
                  <a:pt x="369" y="247"/>
                </a:cubicBezTo>
                <a:cubicBezTo>
                  <a:pt x="401" y="241"/>
                  <a:pt x="429" y="226"/>
                  <a:pt x="454" y="199"/>
                </a:cubicBezTo>
                <a:cubicBezTo>
                  <a:pt x="480" y="173"/>
                  <a:pt x="492" y="144"/>
                  <a:pt x="493" y="111"/>
                </a:cubicBezTo>
                <a:moveTo>
                  <a:pt x="450" y="364"/>
                </a:moveTo>
                <a:cubicBezTo>
                  <a:pt x="450" y="341"/>
                  <a:pt x="443" y="321"/>
                  <a:pt x="431" y="306"/>
                </a:cubicBezTo>
                <a:cubicBezTo>
                  <a:pt x="419" y="290"/>
                  <a:pt x="403" y="281"/>
                  <a:pt x="383" y="279"/>
                </a:cubicBezTo>
                <a:cubicBezTo>
                  <a:pt x="380" y="278"/>
                  <a:pt x="358" y="278"/>
                  <a:pt x="317" y="278"/>
                </a:cubicBezTo>
                <a:cubicBezTo>
                  <a:pt x="253" y="278"/>
                  <a:pt x="222" y="278"/>
                  <a:pt x="221" y="279"/>
                </a:cubicBezTo>
                <a:cubicBezTo>
                  <a:pt x="221" y="280"/>
                  <a:pt x="217" y="299"/>
                  <a:pt x="207" y="337"/>
                </a:cubicBezTo>
                <a:cubicBezTo>
                  <a:pt x="198" y="375"/>
                  <a:pt x="189" y="413"/>
                  <a:pt x="179" y="450"/>
                </a:cubicBezTo>
                <a:lnTo>
                  <a:pt x="164" y="506"/>
                </a:lnTo>
                <a:cubicBezTo>
                  <a:pt x="164" y="508"/>
                  <a:pt x="168" y="510"/>
                  <a:pt x="175" y="510"/>
                </a:cubicBezTo>
                <a:cubicBezTo>
                  <a:pt x="181" y="510"/>
                  <a:pt x="203" y="510"/>
                  <a:pt x="240" y="511"/>
                </a:cubicBezTo>
                <a:cubicBezTo>
                  <a:pt x="287" y="511"/>
                  <a:pt x="313" y="511"/>
                  <a:pt x="317" y="510"/>
                </a:cubicBezTo>
                <a:cubicBezTo>
                  <a:pt x="350" y="507"/>
                  <a:pt x="380" y="491"/>
                  <a:pt x="408" y="464"/>
                </a:cubicBezTo>
                <a:cubicBezTo>
                  <a:pt x="436" y="437"/>
                  <a:pt x="450" y="403"/>
                  <a:pt x="450" y="36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3586680" y="3371760"/>
            <a:ext cx="293760" cy="197640"/>
          </a:xfrm>
          <a:custGeom>
            <a:avLst/>
            <a:gdLst/>
            <a:ahLst/>
            <a:rect l="0" t="0" r="r" b="b"/>
            <a:pathLst>
              <a:path w="816" h="549">
                <a:moveTo>
                  <a:pt x="204" y="44"/>
                </a:moveTo>
                <a:cubicBezTo>
                  <a:pt x="204" y="41"/>
                  <a:pt x="188" y="38"/>
                  <a:pt x="158" y="37"/>
                </a:cubicBezTo>
                <a:cubicBezTo>
                  <a:pt x="145" y="37"/>
                  <a:pt x="137" y="37"/>
                  <a:pt x="133" y="37"/>
                </a:cubicBezTo>
                <a:cubicBezTo>
                  <a:pt x="129" y="36"/>
                  <a:pt x="128" y="33"/>
                  <a:pt x="128" y="29"/>
                </a:cubicBezTo>
                <a:cubicBezTo>
                  <a:pt x="128" y="28"/>
                  <a:pt x="128" y="25"/>
                  <a:pt x="129" y="20"/>
                </a:cubicBezTo>
                <a:cubicBezTo>
                  <a:pt x="130" y="18"/>
                  <a:pt x="130" y="16"/>
                  <a:pt x="131" y="14"/>
                </a:cubicBezTo>
                <a:cubicBezTo>
                  <a:pt x="131" y="12"/>
                  <a:pt x="132" y="11"/>
                  <a:pt x="132" y="10"/>
                </a:cubicBezTo>
                <a:cubicBezTo>
                  <a:pt x="132" y="10"/>
                  <a:pt x="132" y="8"/>
                  <a:pt x="133" y="6"/>
                </a:cubicBezTo>
                <a:cubicBezTo>
                  <a:pt x="134" y="4"/>
                  <a:pt x="135" y="3"/>
                  <a:pt x="135" y="4"/>
                </a:cubicBezTo>
                <a:cubicBezTo>
                  <a:pt x="135" y="4"/>
                  <a:pt x="136" y="4"/>
                  <a:pt x="138" y="2"/>
                </a:cubicBezTo>
                <a:cubicBezTo>
                  <a:pt x="140" y="1"/>
                  <a:pt x="141" y="0"/>
                  <a:pt x="142" y="1"/>
                </a:cubicBezTo>
                <a:cubicBezTo>
                  <a:pt x="143" y="1"/>
                  <a:pt x="145" y="1"/>
                  <a:pt x="148" y="1"/>
                </a:cubicBezTo>
                <a:cubicBezTo>
                  <a:pt x="152" y="0"/>
                  <a:pt x="155" y="0"/>
                  <a:pt x="158" y="0"/>
                </a:cubicBezTo>
                <a:cubicBezTo>
                  <a:pt x="161" y="0"/>
                  <a:pt x="169" y="0"/>
                  <a:pt x="182" y="0"/>
                </a:cubicBezTo>
                <a:cubicBezTo>
                  <a:pt x="195" y="0"/>
                  <a:pt x="207" y="0"/>
                  <a:pt x="219" y="1"/>
                </a:cubicBezTo>
                <a:cubicBezTo>
                  <a:pt x="261" y="1"/>
                  <a:pt x="286" y="1"/>
                  <a:pt x="292" y="1"/>
                </a:cubicBezTo>
                <a:cubicBezTo>
                  <a:pt x="298" y="1"/>
                  <a:pt x="303" y="2"/>
                  <a:pt x="305" y="5"/>
                </a:cubicBezTo>
                <a:cubicBezTo>
                  <a:pt x="305" y="7"/>
                  <a:pt x="315" y="82"/>
                  <a:pt x="335" y="232"/>
                </a:cubicBezTo>
                <a:lnTo>
                  <a:pt x="363" y="455"/>
                </a:lnTo>
                <a:lnTo>
                  <a:pt x="382" y="426"/>
                </a:lnTo>
                <a:cubicBezTo>
                  <a:pt x="395" y="406"/>
                  <a:pt x="412" y="380"/>
                  <a:pt x="433" y="345"/>
                </a:cubicBezTo>
                <a:cubicBezTo>
                  <a:pt x="455" y="311"/>
                  <a:pt x="478" y="274"/>
                  <a:pt x="504" y="233"/>
                </a:cubicBezTo>
                <a:cubicBezTo>
                  <a:pt x="597" y="83"/>
                  <a:pt x="645" y="8"/>
                  <a:pt x="646" y="7"/>
                </a:cubicBezTo>
                <a:cubicBezTo>
                  <a:pt x="646" y="6"/>
                  <a:pt x="647" y="6"/>
                  <a:pt x="648" y="5"/>
                </a:cubicBezTo>
                <a:cubicBezTo>
                  <a:pt x="649" y="3"/>
                  <a:pt x="650" y="3"/>
                  <a:pt x="651" y="2"/>
                </a:cubicBezTo>
                <a:lnTo>
                  <a:pt x="656" y="1"/>
                </a:lnTo>
                <a:lnTo>
                  <a:pt x="733" y="1"/>
                </a:lnTo>
                <a:cubicBezTo>
                  <a:pt x="742" y="1"/>
                  <a:pt x="753" y="1"/>
                  <a:pt x="765" y="1"/>
                </a:cubicBezTo>
                <a:cubicBezTo>
                  <a:pt x="777" y="1"/>
                  <a:pt x="785" y="0"/>
                  <a:pt x="788" y="0"/>
                </a:cubicBezTo>
                <a:cubicBezTo>
                  <a:pt x="806" y="0"/>
                  <a:pt x="816" y="3"/>
                  <a:pt x="816" y="9"/>
                </a:cubicBezTo>
                <a:cubicBezTo>
                  <a:pt x="816" y="11"/>
                  <a:pt x="815" y="16"/>
                  <a:pt x="813" y="22"/>
                </a:cubicBezTo>
                <a:cubicBezTo>
                  <a:pt x="812" y="29"/>
                  <a:pt x="811" y="32"/>
                  <a:pt x="811" y="33"/>
                </a:cubicBezTo>
                <a:cubicBezTo>
                  <a:pt x="809" y="36"/>
                  <a:pt x="799" y="37"/>
                  <a:pt x="781" y="37"/>
                </a:cubicBezTo>
                <a:cubicBezTo>
                  <a:pt x="760" y="38"/>
                  <a:pt x="746" y="39"/>
                  <a:pt x="740" y="40"/>
                </a:cubicBezTo>
                <a:cubicBezTo>
                  <a:pt x="734" y="41"/>
                  <a:pt x="729" y="44"/>
                  <a:pt x="726" y="49"/>
                </a:cubicBezTo>
                <a:cubicBezTo>
                  <a:pt x="724" y="51"/>
                  <a:pt x="705" y="127"/>
                  <a:pt x="668" y="276"/>
                </a:cubicBezTo>
                <a:cubicBezTo>
                  <a:pt x="631" y="425"/>
                  <a:pt x="612" y="500"/>
                  <a:pt x="612" y="502"/>
                </a:cubicBezTo>
                <a:cubicBezTo>
                  <a:pt x="612" y="504"/>
                  <a:pt x="612" y="505"/>
                  <a:pt x="613" y="506"/>
                </a:cubicBezTo>
                <a:cubicBezTo>
                  <a:pt x="613" y="506"/>
                  <a:pt x="615" y="507"/>
                  <a:pt x="618" y="509"/>
                </a:cubicBezTo>
                <a:cubicBezTo>
                  <a:pt x="622" y="511"/>
                  <a:pt x="626" y="511"/>
                  <a:pt x="632" y="511"/>
                </a:cubicBezTo>
                <a:cubicBezTo>
                  <a:pt x="638" y="510"/>
                  <a:pt x="647" y="511"/>
                  <a:pt x="658" y="512"/>
                </a:cubicBezTo>
                <a:lnTo>
                  <a:pt x="683" y="512"/>
                </a:lnTo>
                <a:cubicBezTo>
                  <a:pt x="686" y="517"/>
                  <a:pt x="688" y="520"/>
                  <a:pt x="688" y="521"/>
                </a:cubicBezTo>
                <a:cubicBezTo>
                  <a:pt x="688" y="530"/>
                  <a:pt x="686" y="538"/>
                  <a:pt x="682" y="545"/>
                </a:cubicBezTo>
                <a:cubicBezTo>
                  <a:pt x="680" y="548"/>
                  <a:pt x="676" y="549"/>
                  <a:pt x="670" y="549"/>
                </a:cubicBezTo>
                <a:cubicBezTo>
                  <a:pt x="667" y="549"/>
                  <a:pt x="656" y="549"/>
                  <a:pt x="637" y="548"/>
                </a:cubicBezTo>
                <a:cubicBezTo>
                  <a:pt x="618" y="548"/>
                  <a:pt x="593" y="547"/>
                  <a:pt x="563" y="547"/>
                </a:cubicBezTo>
                <a:cubicBezTo>
                  <a:pt x="530" y="547"/>
                  <a:pt x="506" y="547"/>
                  <a:pt x="489" y="547"/>
                </a:cubicBezTo>
                <a:cubicBezTo>
                  <a:pt x="473" y="547"/>
                  <a:pt x="463" y="548"/>
                  <a:pt x="461" y="548"/>
                </a:cubicBezTo>
                <a:cubicBezTo>
                  <a:pt x="452" y="548"/>
                  <a:pt x="448" y="546"/>
                  <a:pt x="448" y="540"/>
                </a:cubicBezTo>
                <a:cubicBezTo>
                  <a:pt x="448" y="539"/>
                  <a:pt x="448" y="535"/>
                  <a:pt x="449" y="529"/>
                </a:cubicBezTo>
                <a:cubicBezTo>
                  <a:pt x="451" y="520"/>
                  <a:pt x="453" y="516"/>
                  <a:pt x="456" y="515"/>
                </a:cubicBezTo>
                <a:cubicBezTo>
                  <a:pt x="458" y="513"/>
                  <a:pt x="464" y="513"/>
                  <a:pt x="474" y="512"/>
                </a:cubicBezTo>
                <a:cubicBezTo>
                  <a:pt x="488" y="512"/>
                  <a:pt x="505" y="511"/>
                  <a:pt x="522" y="510"/>
                </a:cubicBezTo>
                <a:cubicBezTo>
                  <a:pt x="530" y="508"/>
                  <a:pt x="535" y="505"/>
                  <a:pt x="537" y="500"/>
                </a:cubicBezTo>
                <a:cubicBezTo>
                  <a:pt x="538" y="498"/>
                  <a:pt x="549" y="459"/>
                  <a:pt x="568" y="383"/>
                </a:cubicBezTo>
                <a:cubicBezTo>
                  <a:pt x="587" y="307"/>
                  <a:pt x="606" y="232"/>
                  <a:pt x="625" y="155"/>
                </a:cubicBezTo>
                <a:cubicBezTo>
                  <a:pt x="643" y="80"/>
                  <a:pt x="653" y="42"/>
                  <a:pt x="653" y="42"/>
                </a:cubicBezTo>
                <a:lnTo>
                  <a:pt x="497" y="291"/>
                </a:lnTo>
                <a:cubicBezTo>
                  <a:pt x="393" y="458"/>
                  <a:pt x="339" y="542"/>
                  <a:pt x="336" y="545"/>
                </a:cubicBezTo>
                <a:cubicBezTo>
                  <a:pt x="335" y="546"/>
                  <a:pt x="334" y="546"/>
                  <a:pt x="333" y="547"/>
                </a:cubicBezTo>
                <a:cubicBezTo>
                  <a:pt x="330" y="548"/>
                  <a:pt x="326" y="549"/>
                  <a:pt x="320" y="549"/>
                </a:cubicBezTo>
                <a:cubicBezTo>
                  <a:pt x="312" y="549"/>
                  <a:pt x="307" y="547"/>
                  <a:pt x="306" y="543"/>
                </a:cubicBezTo>
                <a:cubicBezTo>
                  <a:pt x="305" y="541"/>
                  <a:pt x="294" y="458"/>
                  <a:pt x="273" y="295"/>
                </a:cubicBezTo>
                <a:lnTo>
                  <a:pt x="242" y="48"/>
                </a:lnTo>
                <a:lnTo>
                  <a:pt x="186" y="265"/>
                </a:lnTo>
                <a:cubicBezTo>
                  <a:pt x="150" y="407"/>
                  <a:pt x="132" y="481"/>
                  <a:pt x="132" y="486"/>
                </a:cubicBezTo>
                <a:cubicBezTo>
                  <a:pt x="136" y="503"/>
                  <a:pt x="155" y="512"/>
                  <a:pt x="190" y="512"/>
                </a:cubicBezTo>
                <a:lnTo>
                  <a:pt x="198" y="512"/>
                </a:lnTo>
                <a:cubicBezTo>
                  <a:pt x="201" y="515"/>
                  <a:pt x="203" y="517"/>
                  <a:pt x="204" y="519"/>
                </a:cubicBezTo>
                <a:cubicBezTo>
                  <a:pt x="204" y="522"/>
                  <a:pt x="203" y="526"/>
                  <a:pt x="201" y="534"/>
                </a:cubicBezTo>
                <a:cubicBezTo>
                  <a:pt x="199" y="542"/>
                  <a:pt x="197" y="547"/>
                  <a:pt x="195" y="548"/>
                </a:cubicBezTo>
                <a:cubicBezTo>
                  <a:pt x="193" y="549"/>
                  <a:pt x="190" y="549"/>
                  <a:pt x="186" y="549"/>
                </a:cubicBezTo>
                <a:cubicBezTo>
                  <a:pt x="185" y="549"/>
                  <a:pt x="182" y="549"/>
                  <a:pt x="176" y="549"/>
                </a:cubicBezTo>
                <a:cubicBezTo>
                  <a:pt x="171" y="549"/>
                  <a:pt x="162" y="549"/>
                  <a:pt x="149" y="548"/>
                </a:cubicBezTo>
                <a:cubicBezTo>
                  <a:pt x="136" y="548"/>
                  <a:pt x="119" y="547"/>
                  <a:pt x="98" y="547"/>
                </a:cubicBezTo>
                <a:cubicBezTo>
                  <a:pt x="82" y="547"/>
                  <a:pt x="65" y="548"/>
                  <a:pt x="48" y="548"/>
                </a:cubicBezTo>
                <a:cubicBezTo>
                  <a:pt x="31" y="549"/>
                  <a:pt x="21" y="549"/>
                  <a:pt x="19" y="549"/>
                </a:cubicBezTo>
                <a:cubicBezTo>
                  <a:pt x="11" y="549"/>
                  <a:pt x="5" y="549"/>
                  <a:pt x="3" y="547"/>
                </a:cubicBezTo>
                <a:cubicBezTo>
                  <a:pt x="1" y="546"/>
                  <a:pt x="0" y="544"/>
                  <a:pt x="0" y="540"/>
                </a:cubicBezTo>
                <a:cubicBezTo>
                  <a:pt x="0" y="539"/>
                  <a:pt x="1" y="535"/>
                  <a:pt x="2" y="529"/>
                </a:cubicBezTo>
                <a:cubicBezTo>
                  <a:pt x="4" y="523"/>
                  <a:pt x="5" y="519"/>
                  <a:pt x="7" y="517"/>
                </a:cubicBezTo>
                <a:cubicBezTo>
                  <a:pt x="8" y="514"/>
                  <a:pt x="13" y="512"/>
                  <a:pt x="24" y="512"/>
                </a:cubicBezTo>
                <a:cubicBezTo>
                  <a:pt x="62" y="512"/>
                  <a:pt x="85" y="501"/>
                  <a:pt x="95" y="480"/>
                </a:cubicBezTo>
                <a:cubicBezTo>
                  <a:pt x="98" y="477"/>
                  <a:pt x="116" y="405"/>
                  <a:pt x="151" y="265"/>
                </a:cubicBezTo>
                <a:cubicBezTo>
                  <a:pt x="186" y="124"/>
                  <a:pt x="203" y="51"/>
                  <a:pt x="204" y="4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3889440" y="3372120"/>
            <a:ext cx="208800" cy="203400"/>
          </a:xfrm>
          <a:custGeom>
            <a:avLst/>
            <a:gdLst/>
            <a:ahLst/>
            <a:rect l="0" t="0" r="r" b="b"/>
            <a:pathLst>
              <a:path w="580" h="565">
                <a:moveTo>
                  <a:pt x="158" y="36"/>
                </a:moveTo>
                <a:cubicBezTo>
                  <a:pt x="143" y="36"/>
                  <a:pt x="135" y="36"/>
                  <a:pt x="132" y="36"/>
                </a:cubicBezTo>
                <a:cubicBezTo>
                  <a:pt x="130" y="35"/>
                  <a:pt x="128" y="32"/>
                  <a:pt x="128" y="27"/>
                </a:cubicBezTo>
                <a:cubicBezTo>
                  <a:pt x="128" y="12"/>
                  <a:pt x="131" y="4"/>
                  <a:pt x="137" y="0"/>
                </a:cubicBezTo>
                <a:cubicBezTo>
                  <a:pt x="138" y="0"/>
                  <a:pt x="185" y="0"/>
                  <a:pt x="277" y="0"/>
                </a:cubicBezTo>
                <a:cubicBezTo>
                  <a:pt x="368" y="0"/>
                  <a:pt x="418" y="1"/>
                  <a:pt x="426" y="2"/>
                </a:cubicBezTo>
                <a:cubicBezTo>
                  <a:pt x="456" y="6"/>
                  <a:pt x="482" y="14"/>
                  <a:pt x="502" y="24"/>
                </a:cubicBezTo>
                <a:cubicBezTo>
                  <a:pt x="522" y="35"/>
                  <a:pt x="537" y="47"/>
                  <a:pt x="545" y="61"/>
                </a:cubicBezTo>
                <a:cubicBezTo>
                  <a:pt x="554" y="75"/>
                  <a:pt x="559" y="87"/>
                  <a:pt x="562" y="96"/>
                </a:cubicBezTo>
                <a:cubicBezTo>
                  <a:pt x="565" y="105"/>
                  <a:pt x="566" y="114"/>
                  <a:pt x="567" y="123"/>
                </a:cubicBezTo>
                <a:cubicBezTo>
                  <a:pt x="567" y="147"/>
                  <a:pt x="559" y="169"/>
                  <a:pt x="544" y="190"/>
                </a:cubicBezTo>
                <a:cubicBezTo>
                  <a:pt x="528" y="211"/>
                  <a:pt x="510" y="227"/>
                  <a:pt x="490" y="238"/>
                </a:cubicBezTo>
                <a:cubicBezTo>
                  <a:pt x="470" y="250"/>
                  <a:pt x="451" y="259"/>
                  <a:pt x="435" y="266"/>
                </a:cubicBezTo>
                <a:cubicBezTo>
                  <a:pt x="420" y="273"/>
                  <a:pt x="410" y="276"/>
                  <a:pt x="405" y="276"/>
                </a:cubicBezTo>
                <a:lnTo>
                  <a:pt x="410" y="280"/>
                </a:lnTo>
                <a:cubicBezTo>
                  <a:pt x="446" y="300"/>
                  <a:pt x="464" y="330"/>
                  <a:pt x="464" y="368"/>
                </a:cubicBezTo>
                <a:cubicBezTo>
                  <a:pt x="464" y="374"/>
                  <a:pt x="463" y="390"/>
                  <a:pt x="460" y="417"/>
                </a:cubicBezTo>
                <a:cubicBezTo>
                  <a:pt x="457" y="444"/>
                  <a:pt x="456" y="466"/>
                  <a:pt x="456" y="483"/>
                </a:cubicBezTo>
                <a:lnTo>
                  <a:pt x="456" y="490"/>
                </a:lnTo>
                <a:cubicBezTo>
                  <a:pt x="456" y="500"/>
                  <a:pt x="456" y="508"/>
                  <a:pt x="457" y="514"/>
                </a:cubicBezTo>
                <a:cubicBezTo>
                  <a:pt x="457" y="519"/>
                  <a:pt x="460" y="524"/>
                  <a:pt x="466" y="528"/>
                </a:cubicBezTo>
                <a:cubicBezTo>
                  <a:pt x="472" y="532"/>
                  <a:pt x="479" y="535"/>
                  <a:pt x="488" y="535"/>
                </a:cubicBezTo>
                <a:cubicBezTo>
                  <a:pt x="503" y="535"/>
                  <a:pt x="515" y="529"/>
                  <a:pt x="524" y="518"/>
                </a:cubicBezTo>
                <a:cubicBezTo>
                  <a:pt x="534" y="506"/>
                  <a:pt x="541" y="492"/>
                  <a:pt x="545" y="479"/>
                </a:cubicBezTo>
                <a:cubicBezTo>
                  <a:pt x="548" y="471"/>
                  <a:pt x="550" y="467"/>
                  <a:pt x="552" y="465"/>
                </a:cubicBezTo>
                <a:cubicBezTo>
                  <a:pt x="553" y="464"/>
                  <a:pt x="557" y="463"/>
                  <a:pt x="564" y="463"/>
                </a:cubicBezTo>
                <a:cubicBezTo>
                  <a:pt x="574" y="463"/>
                  <a:pt x="580" y="466"/>
                  <a:pt x="580" y="472"/>
                </a:cubicBezTo>
                <a:cubicBezTo>
                  <a:pt x="580" y="482"/>
                  <a:pt x="573" y="497"/>
                  <a:pt x="560" y="519"/>
                </a:cubicBezTo>
                <a:cubicBezTo>
                  <a:pt x="540" y="550"/>
                  <a:pt x="516" y="565"/>
                  <a:pt x="488" y="565"/>
                </a:cubicBezTo>
                <a:lnTo>
                  <a:pt x="481" y="565"/>
                </a:lnTo>
                <a:cubicBezTo>
                  <a:pt x="448" y="565"/>
                  <a:pt x="421" y="558"/>
                  <a:pt x="399" y="545"/>
                </a:cubicBezTo>
                <a:cubicBezTo>
                  <a:pt x="378" y="531"/>
                  <a:pt x="366" y="511"/>
                  <a:pt x="364" y="481"/>
                </a:cubicBezTo>
                <a:cubicBezTo>
                  <a:pt x="364" y="467"/>
                  <a:pt x="368" y="444"/>
                  <a:pt x="376" y="414"/>
                </a:cubicBezTo>
                <a:cubicBezTo>
                  <a:pt x="384" y="384"/>
                  <a:pt x="388" y="364"/>
                  <a:pt x="388" y="355"/>
                </a:cubicBezTo>
                <a:cubicBezTo>
                  <a:pt x="388" y="328"/>
                  <a:pt x="376" y="308"/>
                  <a:pt x="353" y="296"/>
                </a:cubicBezTo>
                <a:cubicBezTo>
                  <a:pt x="345" y="292"/>
                  <a:pt x="339" y="290"/>
                  <a:pt x="333" y="290"/>
                </a:cubicBezTo>
                <a:cubicBezTo>
                  <a:pt x="328" y="289"/>
                  <a:pt x="309" y="289"/>
                  <a:pt x="277" y="288"/>
                </a:cubicBezTo>
                <a:lnTo>
                  <a:pt x="221" y="288"/>
                </a:lnTo>
                <a:lnTo>
                  <a:pt x="196" y="392"/>
                </a:lnTo>
                <a:cubicBezTo>
                  <a:pt x="178" y="463"/>
                  <a:pt x="169" y="499"/>
                  <a:pt x="169" y="500"/>
                </a:cubicBezTo>
                <a:cubicBezTo>
                  <a:pt x="169" y="502"/>
                  <a:pt x="169" y="504"/>
                  <a:pt x="170" y="505"/>
                </a:cubicBezTo>
                <a:cubicBezTo>
                  <a:pt x="170" y="505"/>
                  <a:pt x="172" y="506"/>
                  <a:pt x="176" y="508"/>
                </a:cubicBezTo>
                <a:cubicBezTo>
                  <a:pt x="179" y="510"/>
                  <a:pt x="183" y="510"/>
                  <a:pt x="189" y="510"/>
                </a:cubicBezTo>
                <a:cubicBezTo>
                  <a:pt x="195" y="509"/>
                  <a:pt x="204" y="510"/>
                  <a:pt x="216" y="511"/>
                </a:cubicBezTo>
                <a:lnTo>
                  <a:pt x="240" y="511"/>
                </a:lnTo>
                <a:cubicBezTo>
                  <a:pt x="244" y="515"/>
                  <a:pt x="245" y="518"/>
                  <a:pt x="245" y="518"/>
                </a:cubicBezTo>
                <a:cubicBezTo>
                  <a:pt x="245" y="519"/>
                  <a:pt x="244" y="524"/>
                  <a:pt x="243" y="533"/>
                </a:cubicBezTo>
                <a:cubicBezTo>
                  <a:pt x="241" y="540"/>
                  <a:pt x="238" y="545"/>
                  <a:pt x="235" y="548"/>
                </a:cubicBezTo>
                <a:lnTo>
                  <a:pt x="223" y="548"/>
                </a:lnTo>
                <a:cubicBezTo>
                  <a:pt x="204" y="547"/>
                  <a:pt x="169" y="546"/>
                  <a:pt x="118" y="546"/>
                </a:cubicBezTo>
                <a:cubicBezTo>
                  <a:pt x="100" y="546"/>
                  <a:pt x="83" y="546"/>
                  <a:pt x="67" y="546"/>
                </a:cubicBezTo>
                <a:cubicBezTo>
                  <a:pt x="52" y="546"/>
                  <a:pt x="40" y="546"/>
                  <a:pt x="30" y="546"/>
                </a:cubicBezTo>
                <a:cubicBezTo>
                  <a:pt x="21" y="546"/>
                  <a:pt x="16" y="547"/>
                  <a:pt x="14" y="547"/>
                </a:cubicBezTo>
                <a:cubicBezTo>
                  <a:pt x="5" y="547"/>
                  <a:pt x="0" y="545"/>
                  <a:pt x="0" y="540"/>
                </a:cubicBezTo>
                <a:cubicBezTo>
                  <a:pt x="0" y="539"/>
                  <a:pt x="1" y="535"/>
                  <a:pt x="2" y="529"/>
                </a:cubicBezTo>
                <a:cubicBezTo>
                  <a:pt x="5" y="519"/>
                  <a:pt x="8" y="513"/>
                  <a:pt x="10" y="512"/>
                </a:cubicBezTo>
                <a:cubicBezTo>
                  <a:pt x="13" y="511"/>
                  <a:pt x="17" y="511"/>
                  <a:pt x="22" y="511"/>
                </a:cubicBezTo>
                <a:lnTo>
                  <a:pt x="27" y="511"/>
                </a:lnTo>
                <a:cubicBezTo>
                  <a:pt x="42" y="511"/>
                  <a:pt x="58" y="510"/>
                  <a:pt x="75" y="509"/>
                </a:cubicBezTo>
                <a:cubicBezTo>
                  <a:pt x="83" y="507"/>
                  <a:pt x="88" y="504"/>
                  <a:pt x="91" y="498"/>
                </a:cubicBezTo>
                <a:cubicBezTo>
                  <a:pt x="92" y="496"/>
                  <a:pt x="111" y="422"/>
                  <a:pt x="148" y="275"/>
                </a:cubicBezTo>
                <a:cubicBezTo>
                  <a:pt x="185" y="129"/>
                  <a:pt x="204" y="52"/>
                  <a:pt x="204" y="44"/>
                </a:cubicBezTo>
                <a:cubicBezTo>
                  <a:pt x="204" y="40"/>
                  <a:pt x="188" y="37"/>
                  <a:pt x="158" y="36"/>
                </a:cubicBezTo>
                <a:moveTo>
                  <a:pt x="480" y="103"/>
                </a:moveTo>
                <a:cubicBezTo>
                  <a:pt x="480" y="86"/>
                  <a:pt x="474" y="71"/>
                  <a:pt x="462" y="60"/>
                </a:cubicBezTo>
                <a:cubicBezTo>
                  <a:pt x="450" y="48"/>
                  <a:pt x="427" y="40"/>
                  <a:pt x="393" y="37"/>
                </a:cubicBezTo>
                <a:cubicBezTo>
                  <a:pt x="392" y="37"/>
                  <a:pt x="386" y="37"/>
                  <a:pt x="374" y="37"/>
                </a:cubicBezTo>
                <a:cubicBezTo>
                  <a:pt x="363" y="37"/>
                  <a:pt x="353" y="37"/>
                  <a:pt x="344" y="36"/>
                </a:cubicBezTo>
                <a:lnTo>
                  <a:pt x="326" y="36"/>
                </a:lnTo>
                <a:cubicBezTo>
                  <a:pt x="301" y="36"/>
                  <a:pt x="287" y="39"/>
                  <a:pt x="283" y="44"/>
                </a:cubicBezTo>
                <a:cubicBezTo>
                  <a:pt x="282" y="46"/>
                  <a:pt x="273" y="82"/>
                  <a:pt x="256" y="151"/>
                </a:cubicBezTo>
                <a:cubicBezTo>
                  <a:pt x="238" y="221"/>
                  <a:pt x="229" y="256"/>
                  <a:pt x="229" y="258"/>
                </a:cubicBezTo>
                <a:cubicBezTo>
                  <a:pt x="229" y="258"/>
                  <a:pt x="248" y="258"/>
                  <a:pt x="285" y="258"/>
                </a:cubicBezTo>
                <a:cubicBezTo>
                  <a:pt x="326" y="258"/>
                  <a:pt x="354" y="256"/>
                  <a:pt x="368" y="253"/>
                </a:cubicBezTo>
                <a:cubicBezTo>
                  <a:pt x="402" y="248"/>
                  <a:pt x="429" y="232"/>
                  <a:pt x="448" y="206"/>
                </a:cubicBezTo>
                <a:cubicBezTo>
                  <a:pt x="457" y="193"/>
                  <a:pt x="464" y="177"/>
                  <a:pt x="471" y="157"/>
                </a:cubicBezTo>
                <a:cubicBezTo>
                  <a:pt x="477" y="138"/>
                  <a:pt x="480" y="120"/>
                  <a:pt x="480" y="10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112640" y="3522240"/>
            <a:ext cx="171000" cy="92880"/>
          </a:xfrm>
          <a:custGeom>
            <a:avLst/>
            <a:gdLst/>
            <a:ahLst/>
            <a:rect l="0" t="0" r="r" b="b"/>
            <a:pathLst>
              <a:path w="475" h="258">
                <a:moveTo>
                  <a:pt x="0" y="89"/>
                </a:moveTo>
                <a:cubicBezTo>
                  <a:pt x="1" y="86"/>
                  <a:pt x="1" y="83"/>
                  <a:pt x="2" y="80"/>
                </a:cubicBezTo>
                <a:cubicBezTo>
                  <a:pt x="3" y="76"/>
                  <a:pt x="5" y="68"/>
                  <a:pt x="9" y="57"/>
                </a:cubicBezTo>
                <a:cubicBezTo>
                  <a:pt x="13" y="46"/>
                  <a:pt x="16" y="38"/>
                  <a:pt x="20" y="30"/>
                </a:cubicBezTo>
                <a:cubicBezTo>
                  <a:pt x="24" y="23"/>
                  <a:pt x="30" y="16"/>
                  <a:pt x="38" y="9"/>
                </a:cubicBezTo>
                <a:cubicBezTo>
                  <a:pt x="47" y="3"/>
                  <a:pt x="55" y="-1"/>
                  <a:pt x="63" y="0"/>
                </a:cubicBezTo>
                <a:cubicBezTo>
                  <a:pt x="72" y="0"/>
                  <a:pt x="80" y="1"/>
                  <a:pt x="88" y="4"/>
                </a:cubicBezTo>
                <a:cubicBezTo>
                  <a:pt x="96" y="6"/>
                  <a:pt x="101" y="9"/>
                  <a:pt x="105" y="14"/>
                </a:cubicBezTo>
                <a:cubicBezTo>
                  <a:pt x="108" y="18"/>
                  <a:pt x="111" y="23"/>
                  <a:pt x="114" y="26"/>
                </a:cubicBezTo>
                <a:cubicBezTo>
                  <a:pt x="116" y="30"/>
                  <a:pt x="118" y="34"/>
                  <a:pt x="118" y="37"/>
                </a:cubicBezTo>
                <a:lnTo>
                  <a:pt x="119" y="41"/>
                </a:lnTo>
                <a:cubicBezTo>
                  <a:pt x="119" y="42"/>
                  <a:pt x="119" y="42"/>
                  <a:pt x="120" y="42"/>
                </a:cubicBezTo>
                <a:lnTo>
                  <a:pt x="126" y="36"/>
                </a:lnTo>
                <a:cubicBezTo>
                  <a:pt x="149" y="12"/>
                  <a:pt x="176" y="0"/>
                  <a:pt x="207" y="0"/>
                </a:cubicBezTo>
                <a:cubicBezTo>
                  <a:pt x="213" y="0"/>
                  <a:pt x="219" y="0"/>
                  <a:pt x="225" y="1"/>
                </a:cubicBezTo>
                <a:cubicBezTo>
                  <a:pt x="230" y="2"/>
                  <a:pt x="235" y="3"/>
                  <a:pt x="239" y="5"/>
                </a:cubicBezTo>
                <a:cubicBezTo>
                  <a:pt x="244" y="7"/>
                  <a:pt x="247" y="9"/>
                  <a:pt x="250" y="11"/>
                </a:cubicBezTo>
                <a:cubicBezTo>
                  <a:pt x="253" y="12"/>
                  <a:pt x="256" y="15"/>
                  <a:pt x="259" y="17"/>
                </a:cubicBezTo>
                <a:cubicBezTo>
                  <a:pt x="262" y="20"/>
                  <a:pt x="264" y="22"/>
                  <a:pt x="264" y="25"/>
                </a:cubicBezTo>
                <a:cubicBezTo>
                  <a:pt x="265" y="27"/>
                  <a:pt x="267" y="29"/>
                  <a:pt x="269" y="32"/>
                </a:cubicBezTo>
                <a:cubicBezTo>
                  <a:pt x="271" y="35"/>
                  <a:pt x="272" y="37"/>
                  <a:pt x="271" y="39"/>
                </a:cubicBezTo>
                <a:cubicBezTo>
                  <a:pt x="270" y="41"/>
                  <a:pt x="271" y="42"/>
                  <a:pt x="273" y="44"/>
                </a:cubicBezTo>
                <a:cubicBezTo>
                  <a:pt x="275" y="45"/>
                  <a:pt x="275" y="47"/>
                  <a:pt x="274" y="48"/>
                </a:cubicBezTo>
                <a:lnTo>
                  <a:pt x="278" y="42"/>
                </a:lnTo>
                <a:cubicBezTo>
                  <a:pt x="302" y="14"/>
                  <a:pt x="330" y="0"/>
                  <a:pt x="363" y="0"/>
                </a:cubicBezTo>
                <a:cubicBezTo>
                  <a:pt x="383" y="0"/>
                  <a:pt x="400" y="5"/>
                  <a:pt x="412" y="15"/>
                </a:cubicBezTo>
                <a:cubicBezTo>
                  <a:pt x="425" y="25"/>
                  <a:pt x="431" y="40"/>
                  <a:pt x="431" y="60"/>
                </a:cubicBezTo>
                <a:cubicBezTo>
                  <a:pt x="431" y="80"/>
                  <a:pt x="424" y="110"/>
                  <a:pt x="410" y="150"/>
                </a:cubicBezTo>
                <a:cubicBezTo>
                  <a:pt x="396" y="191"/>
                  <a:pt x="388" y="215"/>
                  <a:pt x="388" y="223"/>
                </a:cubicBezTo>
                <a:cubicBezTo>
                  <a:pt x="389" y="228"/>
                  <a:pt x="390" y="232"/>
                  <a:pt x="391" y="234"/>
                </a:cubicBezTo>
                <a:cubicBezTo>
                  <a:pt x="393" y="236"/>
                  <a:pt x="396" y="237"/>
                  <a:pt x="400" y="237"/>
                </a:cubicBezTo>
                <a:cubicBezTo>
                  <a:pt x="410" y="237"/>
                  <a:pt x="420" y="231"/>
                  <a:pt x="429" y="220"/>
                </a:cubicBezTo>
                <a:cubicBezTo>
                  <a:pt x="438" y="208"/>
                  <a:pt x="446" y="193"/>
                  <a:pt x="451" y="173"/>
                </a:cubicBezTo>
                <a:cubicBezTo>
                  <a:pt x="452" y="169"/>
                  <a:pt x="454" y="166"/>
                  <a:pt x="455" y="166"/>
                </a:cubicBezTo>
                <a:cubicBezTo>
                  <a:pt x="456" y="165"/>
                  <a:pt x="459" y="165"/>
                  <a:pt x="464" y="165"/>
                </a:cubicBezTo>
                <a:cubicBezTo>
                  <a:pt x="471" y="165"/>
                  <a:pt x="475" y="166"/>
                  <a:pt x="475" y="169"/>
                </a:cubicBezTo>
                <a:cubicBezTo>
                  <a:pt x="475" y="169"/>
                  <a:pt x="474" y="172"/>
                  <a:pt x="473" y="178"/>
                </a:cubicBezTo>
                <a:cubicBezTo>
                  <a:pt x="470" y="189"/>
                  <a:pt x="466" y="199"/>
                  <a:pt x="460" y="210"/>
                </a:cubicBezTo>
                <a:cubicBezTo>
                  <a:pt x="455" y="220"/>
                  <a:pt x="446" y="231"/>
                  <a:pt x="434" y="242"/>
                </a:cubicBezTo>
                <a:cubicBezTo>
                  <a:pt x="422" y="252"/>
                  <a:pt x="409" y="257"/>
                  <a:pt x="395" y="257"/>
                </a:cubicBezTo>
                <a:cubicBezTo>
                  <a:pt x="377" y="257"/>
                  <a:pt x="365" y="252"/>
                  <a:pt x="357" y="242"/>
                </a:cubicBezTo>
                <a:cubicBezTo>
                  <a:pt x="349" y="231"/>
                  <a:pt x="345" y="221"/>
                  <a:pt x="345" y="210"/>
                </a:cubicBezTo>
                <a:cubicBezTo>
                  <a:pt x="345" y="203"/>
                  <a:pt x="352" y="180"/>
                  <a:pt x="365" y="142"/>
                </a:cubicBezTo>
                <a:cubicBezTo>
                  <a:pt x="379" y="104"/>
                  <a:pt x="386" y="75"/>
                  <a:pt x="386" y="55"/>
                </a:cubicBezTo>
                <a:cubicBezTo>
                  <a:pt x="386" y="32"/>
                  <a:pt x="378" y="21"/>
                  <a:pt x="361" y="21"/>
                </a:cubicBezTo>
                <a:lnTo>
                  <a:pt x="358" y="21"/>
                </a:lnTo>
                <a:cubicBezTo>
                  <a:pt x="326" y="21"/>
                  <a:pt x="298" y="40"/>
                  <a:pt x="276" y="80"/>
                </a:cubicBezTo>
                <a:lnTo>
                  <a:pt x="272" y="86"/>
                </a:lnTo>
                <a:lnTo>
                  <a:pt x="253" y="162"/>
                </a:lnTo>
                <a:cubicBezTo>
                  <a:pt x="241" y="212"/>
                  <a:pt x="234" y="238"/>
                  <a:pt x="232" y="242"/>
                </a:cubicBezTo>
                <a:cubicBezTo>
                  <a:pt x="227" y="252"/>
                  <a:pt x="219" y="258"/>
                  <a:pt x="208" y="258"/>
                </a:cubicBezTo>
                <a:cubicBezTo>
                  <a:pt x="203" y="258"/>
                  <a:pt x="199" y="256"/>
                  <a:pt x="196" y="254"/>
                </a:cubicBezTo>
                <a:cubicBezTo>
                  <a:pt x="193" y="251"/>
                  <a:pt x="191" y="249"/>
                  <a:pt x="189" y="247"/>
                </a:cubicBezTo>
                <a:cubicBezTo>
                  <a:pt x="188" y="245"/>
                  <a:pt x="188" y="243"/>
                  <a:pt x="188" y="241"/>
                </a:cubicBezTo>
                <a:cubicBezTo>
                  <a:pt x="188" y="237"/>
                  <a:pt x="194" y="210"/>
                  <a:pt x="207" y="160"/>
                </a:cubicBezTo>
                <a:lnTo>
                  <a:pt x="227" y="77"/>
                </a:lnTo>
                <a:cubicBezTo>
                  <a:pt x="229" y="71"/>
                  <a:pt x="229" y="63"/>
                  <a:pt x="229" y="55"/>
                </a:cubicBezTo>
                <a:cubicBezTo>
                  <a:pt x="229" y="32"/>
                  <a:pt x="221" y="21"/>
                  <a:pt x="204" y="21"/>
                </a:cubicBezTo>
                <a:lnTo>
                  <a:pt x="201" y="21"/>
                </a:lnTo>
                <a:cubicBezTo>
                  <a:pt x="169" y="21"/>
                  <a:pt x="140" y="40"/>
                  <a:pt x="118" y="80"/>
                </a:cubicBezTo>
                <a:lnTo>
                  <a:pt x="114" y="86"/>
                </a:lnTo>
                <a:lnTo>
                  <a:pt x="96" y="162"/>
                </a:lnTo>
                <a:cubicBezTo>
                  <a:pt x="83" y="212"/>
                  <a:pt x="76" y="238"/>
                  <a:pt x="74" y="242"/>
                </a:cubicBezTo>
                <a:cubicBezTo>
                  <a:pt x="69" y="252"/>
                  <a:pt x="61" y="258"/>
                  <a:pt x="50" y="258"/>
                </a:cubicBezTo>
                <a:cubicBezTo>
                  <a:pt x="45" y="258"/>
                  <a:pt x="41" y="256"/>
                  <a:pt x="38" y="254"/>
                </a:cubicBezTo>
                <a:cubicBezTo>
                  <a:pt x="35" y="252"/>
                  <a:pt x="33" y="250"/>
                  <a:pt x="31" y="247"/>
                </a:cubicBezTo>
                <a:cubicBezTo>
                  <a:pt x="30" y="245"/>
                  <a:pt x="30" y="243"/>
                  <a:pt x="30" y="242"/>
                </a:cubicBezTo>
                <a:cubicBezTo>
                  <a:pt x="30" y="237"/>
                  <a:pt x="38" y="206"/>
                  <a:pt x="52" y="149"/>
                </a:cubicBezTo>
                <a:cubicBezTo>
                  <a:pt x="67" y="91"/>
                  <a:pt x="74" y="59"/>
                  <a:pt x="74" y="56"/>
                </a:cubicBezTo>
                <a:cubicBezTo>
                  <a:pt x="75" y="51"/>
                  <a:pt x="76" y="46"/>
                  <a:pt x="76" y="41"/>
                </a:cubicBezTo>
                <a:cubicBezTo>
                  <a:pt x="76" y="28"/>
                  <a:pt x="71" y="21"/>
                  <a:pt x="62" y="21"/>
                </a:cubicBezTo>
                <a:cubicBezTo>
                  <a:pt x="53" y="21"/>
                  <a:pt x="46" y="26"/>
                  <a:pt x="41" y="37"/>
                </a:cubicBezTo>
                <a:cubicBezTo>
                  <a:pt x="35" y="47"/>
                  <a:pt x="31" y="59"/>
                  <a:pt x="27" y="71"/>
                </a:cubicBezTo>
                <a:cubicBezTo>
                  <a:pt x="24" y="85"/>
                  <a:pt x="22" y="91"/>
                  <a:pt x="21" y="93"/>
                </a:cubicBezTo>
                <a:cubicBezTo>
                  <a:pt x="20" y="93"/>
                  <a:pt x="17" y="94"/>
                  <a:pt x="12" y="94"/>
                </a:cubicBezTo>
                <a:lnTo>
                  <a:pt x="4" y="94"/>
                </a:lnTo>
                <a:cubicBezTo>
                  <a:pt x="1" y="91"/>
                  <a:pt x="0" y="90"/>
                  <a:pt x="0" y="8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295520" y="3522240"/>
            <a:ext cx="79920" cy="92880"/>
          </a:xfrm>
          <a:custGeom>
            <a:avLst/>
            <a:gdLst/>
            <a:ahLst/>
            <a:rect l="0" t="0" r="r" b="b"/>
            <a:pathLst>
              <a:path w="222" h="258">
                <a:moveTo>
                  <a:pt x="0" y="156"/>
                </a:moveTo>
                <a:cubicBezTo>
                  <a:pt x="0" y="135"/>
                  <a:pt x="4" y="115"/>
                  <a:pt x="11" y="97"/>
                </a:cubicBezTo>
                <a:cubicBezTo>
                  <a:pt x="18" y="79"/>
                  <a:pt x="27" y="64"/>
                  <a:pt x="39" y="52"/>
                </a:cubicBezTo>
                <a:cubicBezTo>
                  <a:pt x="50" y="40"/>
                  <a:pt x="63" y="30"/>
                  <a:pt x="77" y="22"/>
                </a:cubicBezTo>
                <a:cubicBezTo>
                  <a:pt x="91" y="15"/>
                  <a:pt x="104" y="9"/>
                  <a:pt x="117" y="5"/>
                </a:cubicBezTo>
                <a:cubicBezTo>
                  <a:pt x="130" y="1"/>
                  <a:pt x="142" y="-1"/>
                  <a:pt x="153" y="0"/>
                </a:cubicBezTo>
                <a:lnTo>
                  <a:pt x="155" y="0"/>
                </a:lnTo>
                <a:cubicBezTo>
                  <a:pt x="172" y="0"/>
                  <a:pt x="186" y="4"/>
                  <a:pt x="199" y="12"/>
                </a:cubicBezTo>
                <a:cubicBezTo>
                  <a:pt x="211" y="21"/>
                  <a:pt x="218" y="33"/>
                  <a:pt x="218" y="49"/>
                </a:cubicBezTo>
                <a:cubicBezTo>
                  <a:pt x="218" y="84"/>
                  <a:pt x="197" y="106"/>
                  <a:pt x="155" y="117"/>
                </a:cubicBezTo>
                <a:cubicBezTo>
                  <a:pt x="136" y="122"/>
                  <a:pt x="110" y="125"/>
                  <a:pt x="78" y="125"/>
                </a:cubicBezTo>
                <a:cubicBezTo>
                  <a:pt x="64" y="125"/>
                  <a:pt x="57" y="125"/>
                  <a:pt x="56" y="126"/>
                </a:cubicBezTo>
                <a:cubicBezTo>
                  <a:pt x="56" y="127"/>
                  <a:pt x="55" y="133"/>
                  <a:pt x="53" y="146"/>
                </a:cubicBezTo>
                <a:cubicBezTo>
                  <a:pt x="51" y="158"/>
                  <a:pt x="49" y="169"/>
                  <a:pt x="49" y="179"/>
                </a:cubicBezTo>
                <a:cubicBezTo>
                  <a:pt x="49" y="196"/>
                  <a:pt x="53" y="210"/>
                  <a:pt x="61" y="221"/>
                </a:cubicBezTo>
                <a:cubicBezTo>
                  <a:pt x="69" y="231"/>
                  <a:pt x="81" y="236"/>
                  <a:pt x="96" y="237"/>
                </a:cubicBezTo>
                <a:cubicBezTo>
                  <a:pt x="112" y="237"/>
                  <a:pt x="131" y="233"/>
                  <a:pt x="150" y="226"/>
                </a:cubicBezTo>
                <a:cubicBezTo>
                  <a:pt x="169" y="218"/>
                  <a:pt x="187" y="206"/>
                  <a:pt x="202" y="188"/>
                </a:cubicBezTo>
                <a:cubicBezTo>
                  <a:pt x="206" y="185"/>
                  <a:pt x="208" y="183"/>
                  <a:pt x="209" y="183"/>
                </a:cubicBezTo>
                <a:cubicBezTo>
                  <a:pt x="211" y="183"/>
                  <a:pt x="213" y="184"/>
                  <a:pt x="216" y="188"/>
                </a:cubicBezTo>
                <a:cubicBezTo>
                  <a:pt x="220" y="191"/>
                  <a:pt x="222" y="194"/>
                  <a:pt x="222" y="196"/>
                </a:cubicBezTo>
                <a:cubicBezTo>
                  <a:pt x="222" y="198"/>
                  <a:pt x="221" y="201"/>
                  <a:pt x="217" y="205"/>
                </a:cubicBezTo>
                <a:cubicBezTo>
                  <a:pt x="213" y="209"/>
                  <a:pt x="208" y="214"/>
                  <a:pt x="200" y="220"/>
                </a:cubicBezTo>
                <a:cubicBezTo>
                  <a:pt x="192" y="226"/>
                  <a:pt x="184" y="232"/>
                  <a:pt x="174" y="238"/>
                </a:cubicBezTo>
                <a:cubicBezTo>
                  <a:pt x="164" y="243"/>
                  <a:pt x="152" y="248"/>
                  <a:pt x="138" y="252"/>
                </a:cubicBezTo>
                <a:cubicBezTo>
                  <a:pt x="124" y="256"/>
                  <a:pt x="109" y="258"/>
                  <a:pt x="94" y="258"/>
                </a:cubicBezTo>
                <a:cubicBezTo>
                  <a:pt x="64" y="258"/>
                  <a:pt x="41" y="247"/>
                  <a:pt x="25" y="227"/>
                </a:cubicBezTo>
                <a:cubicBezTo>
                  <a:pt x="9" y="207"/>
                  <a:pt x="0" y="184"/>
                  <a:pt x="0" y="156"/>
                </a:cubicBezTo>
                <a:moveTo>
                  <a:pt x="190" y="50"/>
                </a:moveTo>
                <a:cubicBezTo>
                  <a:pt x="188" y="31"/>
                  <a:pt x="175" y="21"/>
                  <a:pt x="152" y="21"/>
                </a:cubicBezTo>
                <a:cubicBezTo>
                  <a:pt x="139" y="21"/>
                  <a:pt x="128" y="23"/>
                  <a:pt x="117" y="29"/>
                </a:cubicBezTo>
                <a:cubicBezTo>
                  <a:pt x="106" y="34"/>
                  <a:pt x="97" y="40"/>
                  <a:pt x="91" y="48"/>
                </a:cubicBezTo>
                <a:cubicBezTo>
                  <a:pt x="84" y="56"/>
                  <a:pt x="79" y="63"/>
                  <a:pt x="74" y="71"/>
                </a:cubicBezTo>
                <a:cubicBezTo>
                  <a:pt x="70" y="80"/>
                  <a:pt x="67" y="87"/>
                  <a:pt x="65" y="93"/>
                </a:cubicBezTo>
                <a:cubicBezTo>
                  <a:pt x="64" y="98"/>
                  <a:pt x="63" y="102"/>
                  <a:pt x="62" y="103"/>
                </a:cubicBezTo>
                <a:cubicBezTo>
                  <a:pt x="62" y="104"/>
                  <a:pt x="66" y="104"/>
                  <a:pt x="74" y="104"/>
                </a:cubicBezTo>
                <a:cubicBezTo>
                  <a:pt x="117" y="104"/>
                  <a:pt x="147" y="99"/>
                  <a:pt x="164" y="90"/>
                </a:cubicBezTo>
                <a:cubicBezTo>
                  <a:pt x="181" y="81"/>
                  <a:pt x="190" y="67"/>
                  <a:pt x="190" y="5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386960" y="3522240"/>
            <a:ext cx="114480" cy="92880"/>
          </a:xfrm>
          <a:custGeom>
            <a:avLst/>
            <a:gdLst/>
            <a:ahLst/>
            <a:rect l="0" t="0" r="r" b="b"/>
            <a:pathLst>
              <a:path w="318" h="258">
                <a:moveTo>
                  <a:pt x="0" y="89"/>
                </a:moveTo>
                <a:cubicBezTo>
                  <a:pt x="0" y="86"/>
                  <a:pt x="1" y="83"/>
                  <a:pt x="2" y="80"/>
                </a:cubicBezTo>
                <a:cubicBezTo>
                  <a:pt x="2" y="76"/>
                  <a:pt x="5" y="68"/>
                  <a:pt x="8" y="57"/>
                </a:cubicBezTo>
                <a:cubicBezTo>
                  <a:pt x="12" y="46"/>
                  <a:pt x="16" y="38"/>
                  <a:pt x="20" y="30"/>
                </a:cubicBezTo>
                <a:cubicBezTo>
                  <a:pt x="24" y="23"/>
                  <a:pt x="30" y="16"/>
                  <a:pt x="39" y="9"/>
                </a:cubicBezTo>
                <a:cubicBezTo>
                  <a:pt x="47" y="3"/>
                  <a:pt x="56" y="-1"/>
                  <a:pt x="65" y="0"/>
                </a:cubicBezTo>
                <a:cubicBezTo>
                  <a:pt x="78" y="0"/>
                  <a:pt x="90" y="3"/>
                  <a:pt x="99" y="10"/>
                </a:cubicBezTo>
                <a:cubicBezTo>
                  <a:pt x="108" y="17"/>
                  <a:pt x="113" y="23"/>
                  <a:pt x="116" y="29"/>
                </a:cubicBezTo>
                <a:cubicBezTo>
                  <a:pt x="118" y="35"/>
                  <a:pt x="119" y="39"/>
                  <a:pt x="119" y="41"/>
                </a:cubicBezTo>
                <a:cubicBezTo>
                  <a:pt x="119" y="42"/>
                  <a:pt x="119" y="42"/>
                  <a:pt x="120" y="42"/>
                </a:cubicBezTo>
                <a:lnTo>
                  <a:pt x="126" y="36"/>
                </a:lnTo>
                <a:cubicBezTo>
                  <a:pt x="149" y="12"/>
                  <a:pt x="175" y="0"/>
                  <a:pt x="205" y="0"/>
                </a:cubicBezTo>
                <a:cubicBezTo>
                  <a:pt x="225" y="0"/>
                  <a:pt x="241" y="5"/>
                  <a:pt x="254" y="15"/>
                </a:cubicBezTo>
                <a:cubicBezTo>
                  <a:pt x="266" y="25"/>
                  <a:pt x="273" y="40"/>
                  <a:pt x="273" y="60"/>
                </a:cubicBezTo>
                <a:cubicBezTo>
                  <a:pt x="274" y="81"/>
                  <a:pt x="266" y="110"/>
                  <a:pt x="252" y="150"/>
                </a:cubicBezTo>
                <a:cubicBezTo>
                  <a:pt x="237" y="190"/>
                  <a:pt x="230" y="213"/>
                  <a:pt x="230" y="222"/>
                </a:cubicBezTo>
                <a:cubicBezTo>
                  <a:pt x="230" y="232"/>
                  <a:pt x="233" y="237"/>
                  <a:pt x="240" y="237"/>
                </a:cubicBezTo>
                <a:cubicBezTo>
                  <a:pt x="242" y="237"/>
                  <a:pt x="244" y="236"/>
                  <a:pt x="245" y="236"/>
                </a:cubicBezTo>
                <a:cubicBezTo>
                  <a:pt x="256" y="234"/>
                  <a:pt x="266" y="227"/>
                  <a:pt x="274" y="214"/>
                </a:cubicBezTo>
                <a:cubicBezTo>
                  <a:pt x="283" y="202"/>
                  <a:pt x="290" y="187"/>
                  <a:pt x="294" y="169"/>
                </a:cubicBezTo>
                <a:cubicBezTo>
                  <a:pt x="295" y="166"/>
                  <a:pt x="300" y="165"/>
                  <a:pt x="306" y="165"/>
                </a:cubicBezTo>
                <a:cubicBezTo>
                  <a:pt x="314" y="165"/>
                  <a:pt x="318" y="166"/>
                  <a:pt x="318" y="169"/>
                </a:cubicBezTo>
                <a:cubicBezTo>
                  <a:pt x="318" y="169"/>
                  <a:pt x="317" y="172"/>
                  <a:pt x="316" y="178"/>
                </a:cubicBezTo>
                <a:cubicBezTo>
                  <a:pt x="313" y="189"/>
                  <a:pt x="308" y="199"/>
                  <a:pt x="303" y="210"/>
                </a:cubicBezTo>
                <a:cubicBezTo>
                  <a:pt x="298" y="220"/>
                  <a:pt x="288" y="231"/>
                  <a:pt x="276" y="242"/>
                </a:cubicBezTo>
                <a:cubicBezTo>
                  <a:pt x="264" y="252"/>
                  <a:pt x="251" y="257"/>
                  <a:pt x="237" y="257"/>
                </a:cubicBezTo>
                <a:cubicBezTo>
                  <a:pt x="219" y="257"/>
                  <a:pt x="206" y="252"/>
                  <a:pt x="198" y="242"/>
                </a:cubicBezTo>
                <a:cubicBezTo>
                  <a:pt x="190" y="231"/>
                  <a:pt x="186" y="221"/>
                  <a:pt x="186" y="210"/>
                </a:cubicBezTo>
                <a:cubicBezTo>
                  <a:pt x="186" y="203"/>
                  <a:pt x="193" y="180"/>
                  <a:pt x="207" y="142"/>
                </a:cubicBezTo>
                <a:cubicBezTo>
                  <a:pt x="220" y="104"/>
                  <a:pt x="227" y="75"/>
                  <a:pt x="228" y="55"/>
                </a:cubicBezTo>
                <a:cubicBezTo>
                  <a:pt x="228" y="32"/>
                  <a:pt x="220" y="21"/>
                  <a:pt x="203" y="21"/>
                </a:cubicBezTo>
                <a:lnTo>
                  <a:pt x="200" y="21"/>
                </a:lnTo>
                <a:cubicBezTo>
                  <a:pt x="168" y="21"/>
                  <a:pt x="140" y="40"/>
                  <a:pt x="118" y="80"/>
                </a:cubicBezTo>
                <a:lnTo>
                  <a:pt x="114" y="86"/>
                </a:lnTo>
                <a:lnTo>
                  <a:pt x="95" y="162"/>
                </a:lnTo>
                <a:cubicBezTo>
                  <a:pt x="83" y="212"/>
                  <a:pt x="76" y="238"/>
                  <a:pt x="74" y="242"/>
                </a:cubicBezTo>
                <a:cubicBezTo>
                  <a:pt x="69" y="252"/>
                  <a:pt x="61" y="258"/>
                  <a:pt x="49" y="258"/>
                </a:cubicBezTo>
                <a:cubicBezTo>
                  <a:pt x="44" y="258"/>
                  <a:pt x="40" y="256"/>
                  <a:pt x="37" y="254"/>
                </a:cubicBezTo>
                <a:cubicBezTo>
                  <a:pt x="34" y="252"/>
                  <a:pt x="32" y="250"/>
                  <a:pt x="31" y="247"/>
                </a:cubicBezTo>
                <a:cubicBezTo>
                  <a:pt x="30" y="245"/>
                  <a:pt x="30" y="243"/>
                  <a:pt x="30" y="242"/>
                </a:cubicBezTo>
                <a:cubicBezTo>
                  <a:pt x="30" y="237"/>
                  <a:pt x="37" y="206"/>
                  <a:pt x="52" y="149"/>
                </a:cubicBezTo>
                <a:cubicBezTo>
                  <a:pt x="66" y="93"/>
                  <a:pt x="73" y="61"/>
                  <a:pt x="74" y="56"/>
                </a:cubicBezTo>
                <a:cubicBezTo>
                  <a:pt x="75" y="54"/>
                  <a:pt x="75" y="50"/>
                  <a:pt x="75" y="43"/>
                </a:cubicBezTo>
                <a:cubicBezTo>
                  <a:pt x="75" y="28"/>
                  <a:pt x="70" y="21"/>
                  <a:pt x="61" y="21"/>
                </a:cubicBezTo>
                <a:cubicBezTo>
                  <a:pt x="47" y="21"/>
                  <a:pt x="35" y="40"/>
                  <a:pt x="25" y="78"/>
                </a:cubicBezTo>
                <a:cubicBezTo>
                  <a:pt x="23" y="86"/>
                  <a:pt x="22" y="90"/>
                  <a:pt x="22" y="90"/>
                </a:cubicBezTo>
                <a:cubicBezTo>
                  <a:pt x="21" y="93"/>
                  <a:pt x="18" y="94"/>
                  <a:pt x="11" y="94"/>
                </a:cubicBezTo>
                <a:lnTo>
                  <a:pt x="3" y="94"/>
                </a:lnTo>
                <a:cubicBezTo>
                  <a:pt x="1" y="91"/>
                  <a:pt x="0" y="90"/>
                  <a:pt x="0" y="8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615920" y="3463200"/>
            <a:ext cx="192600" cy="67680"/>
          </a:xfrm>
          <a:custGeom>
            <a:avLst/>
            <a:gdLst/>
            <a:ahLst/>
            <a:rect l="0" t="0" r="r" b="b"/>
            <a:pathLst>
              <a:path w="535" h="188">
                <a:moveTo>
                  <a:pt x="0" y="17"/>
                </a:moveTo>
                <a:cubicBezTo>
                  <a:pt x="0" y="9"/>
                  <a:pt x="4" y="4"/>
                  <a:pt x="11" y="0"/>
                </a:cubicBezTo>
                <a:lnTo>
                  <a:pt x="523" y="0"/>
                </a:lnTo>
                <a:cubicBezTo>
                  <a:pt x="531" y="4"/>
                  <a:pt x="535" y="9"/>
                  <a:pt x="535" y="17"/>
                </a:cubicBezTo>
                <a:cubicBezTo>
                  <a:pt x="535" y="23"/>
                  <a:pt x="531" y="28"/>
                  <a:pt x="524" y="32"/>
                </a:cubicBezTo>
                <a:lnTo>
                  <a:pt x="269" y="33"/>
                </a:lnTo>
                <a:lnTo>
                  <a:pt x="13" y="33"/>
                </a:lnTo>
                <a:cubicBezTo>
                  <a:pt x="4" y="30"/>
                  <a:pt x="0" y="25"/>
                  <a:pt x="0" y="17"/>
                </a:cubicBezTo>
                <a:moveTo>
                  <a:pt x="0" y="172"/>
                </a:moveTo>
                <a:cubicBezTo>
                  <a:pt x="0" y="164"/>
                  <a:pt x="4" y="159"/>
                  <a:pt x="13" y="156"/>
                </a:cubicBezTo>
                <a:lnTo>
                  <a:pt x="524" y="156"/>
                </a:lnTo>
                <a:cubicBezTo>
                  <a:pt x="531" y="162"/>
                  <a:pt x="535" y="167"/>
                  <a:pt x="535" y="172"/>
                </a:cubicBezTo>
                <a:cubicBezTo>
                  <a:pt x="535" y="179"/>
                  <a:pt x="531" y="185"/>
                  <a:pt x="523" y="188"/>
                </a:cubicBezTo>
                <a:lnTo>
                  <a:pt x="11" y="188"/>
                </a:lnTo>
                <a:cubicBezTo>
                  <a:pt x="4" y="185"/>
                  <a:pt x="0" y="179"/>
                  <a:pt x="0" y="17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931640" y="335268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0" y="401"/>
                </a:moveTo>
                <a:cubicBezTo>
                  <a:pt x="0" y="364"/>
                  <a:pt x="2" y="329"/>
                  <a:pt x="8" y="296"/>
                </a:cubicBezTo>
                <a:cubicBezTo>
                  <a:pt x="13" y="262"/>
                  <a:pt x="19" y="234"/>
                  <a:pt x="26" y="210"/>
                </a:cubicBezTo>
                <a:cubicBezTo>
                  <a:pt x="33" y="186"/>
                  <a:pt x="43" y="162"/>
                  <a:pt x="56" y="139"/>
                </a:cubicBezTo>
                <a:cubicBezTo>
                  <a:pt x="69" y="116"/>
                  <a:pt x="79" y="98"/>
                  <a:pt x="86" y="86"/>
                </a:cubicBezTo>
                <a:cubicBezTo>
                  <a:pt x="94" y="73"/>
                  <a:pt x="105" y="59"/>
                  <a:pt x="120" y="44"/>
                </a:cubicBezTo>
                <a:cubicBezTo>
                  <a:pt x="135" y="29"/>
                  <a:pt x="144" y="20"/>
                  <a:pt x="146" y="17"/>
                </a:cubicBezTo>
                <a:cubicBezTo>
                  <a:pt x="150" y="13"/>
                  <a:pt x="157" y="8"/>
                  <a:pt x="167" y="0"/>
                </a:cubicBezTo>
                <a:lnTo>
                  <a:pt x="178" y="0"/>
                </a:lnTo>
                <a:lnTo>
                  <a:pt x="181" y="0"/>
                </a:lnTo>
                <a:cubicBezTo>
                  <a:pt x="189" y="0"/>
                  <a:pt x="192" y="2"/>
                  <a:pt x="192" y="7"/>
                </a:cubicBezTo>
                <a:cubicBezTo>
                  <a:pt x="192" y="9"/>
                  <a:pt x="188" y="14"/>
                  <a:pt x="179" y="24"/>
                </a:cubicBezTo>
                <a:cubicBezTo>
                  <a:pt x="170" y="34"/>
                  <a:pt x="159" y="48"/>
                  <a:pt x="145" y="66"/>
                </a:cubicBezTo>
                <a:cubicBezTo>
                  <a:pt x="132" y="85"/>
                  <a:pt x="119" y="108"/>
                  <a:pt x="106" y="135"/>
                </a:cubicBezTo>
                <a:cubicBezTo>
                  <a:pt x="92" y="163"/>
                  <a:pt x="81" y="199"/>
                  <a:pt x="72" y="246"/>
                </a:cubicBezTo>
                <a:cubicBezTo>
                  <a:pt x="63" y="292"/>
                  <a:pt x="58" y="344"/>
                  <a:pt x="58" y="401"/>
                </a:cubicBezTo>
                <a:cubicBezTo>
                  <a:pt x="58" y="457"/>
                  <a:pt x="63" y="509"/>
                  <a:pt x="72" y="555"/>
                </a:cubicBezTo>
                <a:cubicBezTo>
                  <a:pt x="81" y="601"/>
                  <a:pt x="92" y="638"/>
                  <a:pt x="105" y="666"/>
                </a:cubicBezTo>
                <a:cubicBezTo>
                  <a:pt x="118" y="694"/>
                  <a:pt x="131" y="718"/>
                  <a:pt x="144" y="736"/>
                </a:cubicBezTo>
                <a:cubicBezTo>
                  <a:pt x="158" y="754"/>
                  <a:pt x="170" y="768"/>
                  <a:pt x="179" y="778"/>
                </a:cubicBezTo>
                <a:cubicBezTo>
                  <a:pt x="188" y="789"/>
                  <a:pt x="192" y="795"/>
                  <a:pt x="192" y="795"/>
                </a:cubicBezTo>
                <a:cubicBezTo>
                  <a:pt x="192" y="800"/>
                  <a:pt x="188" y="802"/>
                  <a:pt x="180" y="802"/>
                </a:cubicBezTo>
                <a:lnTo>
                  <a:pt x="178" y="802"/>
                </a:lnTo>
                <a:lnTo>
                  <a:pt x="167" y="802"/>
                </a:lnTo>
                <a:lnTo>
                  <a:pt x="144" y="783"/>
                </a:lnTo>
                <a:cubicBezTo>
                  <a:pt x="94" y="738"/>
                  <a:pt x="57" y="680"/>
                  <a:pt x="34" y="612"/>
                </a:cubicBezTo>
                <a:cubicBezTo>
                  <a:pt x="11" y="544"/>
                  <a:pt x="0" y="474"/>
                  <a:pt x="0" y="40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5040720" y="3376800"/>
            <a:ext cx="99360" cy="192600"/>
          </a:xfrm>
          <a:custGeom>
            <a:avLst/>
            <a:gdLst/>
            <a:ahLst/>
            <a:rect l="0" t="0" r="r" b="b"/>
            <a:pathLst>
              <a:path w="276" h="535">
                <a:moveTo>
                  <a:pt x="104" y="71"/>
                </a:moveTo>
                <a:lnTo>
                  <a:pt x="94" y="75"/>
                </a:lnTo>
                <a:cubicBezTo>
                  <a:pt x="86" y="77"/>
                  <a:pt x="75" y="80"/>
                  <a:pt x="61" y="83"/>
                </a:cubicBezTo>
                <a:cubicBezTo>
                  <a:pt x="48" y="85"/>
                  <a:pt x="32" y="87"/>
                  <a:pt x="15" y="88"/>
                </a:cubicBezTo>
                <a:lnTo>
                  <a:pt x="0" y="88"/>
                </a:lnTo>
                <a:lnTo>
                  <a:pt x="0" y="51"/>
                </a:lnTo>
                <a:lnTo>
                  <a:pt x="15" y="51"/>
                </a:lnTo>
                <a:cubicBezTo>
                  <a:pt x="40" y="50"/>
                  <a:pt x="63" y="46"/>
                  <a:pt x="85" y="39"/>
                </a:cubicBezTo>
                <a:cubicBezTo>
                  <a:pt x="106" y="32"/>
                  <a:pt x="121" y="26"/>
                  <a:pt x="130" y="20"/>
                </a:cubicBezTo>
                <a:cubicBezTo>
                  <a:pt x="138" y="14"/>
                  <a:pt x="146" y="8"/>
                  <a:pt x="152" y="3"/>
                </a:cubicBezTo>
                <a:cubicBezTo>
                  <a:pt x="153" y="1"/>
                  <a:pt x="156" y="0"/>
                  <a:pt x="163" y="0"/>
                </a:cubicBezTo>
                <a:cubicBezTo>
                  <a:pt x="167" y="0"/>
                  <a:pt x="172" y="2"/>
                  <a:pt x="176" y="5"/>
                </a:cubicBezTo>
                <a:lnTo>
                  <a:pt x="176" y="245"/>
                </a:lnTo>
                <a:lnTo>
                  <a:pt x="177" y="486"/>
                </a:lnTo>
                <a:cubicBezTo>
                  <a:pt x="181" y="490"/>
                  <a:pt x="184" y="492"/>
                  <a:pt x="187" y="493"/>
                </a:cubicBezTo>
                <a:cubicBezTo>
                  <a:pt x="189" y="494"/>
                  <a:pt x="196" y="495"/>
                  <a:pt x="206" y="497"/>
                </a:cubicBezTo>
                <a:cubicBezTo>
                  <a:pt x="216" y="498"/>
                  <a:pt x="233" y="498"/>
                  <a:pt x="256" y="498"/>
                </a:cubicBezTo>
                <a:lnTo>
                  <a:pt x="276" y="498"/>
                </a:lnTo>
                <a:lnTo>
                  <a:pt x="276" y="535"/>
                </a:lnTo>
                <a:lnTo>
                  <a:pt x="268" y="535"/>
                </a:lnTo>
                <a:cubicBezTo>
                  <a:pt x="256" y="533"/>
                  <a:pt x="214" y="533"/>
                  <a:pt x="139" y="533"/>
                </a:cubicBezTo>
                <a:cubicBezTo>
                  <a:pt x="67" y="533"/>
                  <a:pt x="25" y="533"/>
                  <a:pt x="13" y="535"/>
                </a:cubicBezTo>
                <a:lnTo>
                  <a:pt x="4" y="535"/>
                </a:lnTo>
                <a:lnTo>
                  <a:pt x="4" y="498"/>
                </a:lnTo>
                <a:lnTo>
                  <a:pt x="25" y="498"/>
                </a:lnTo>
                <a:cubicBezTo>
                  <a:pt x="36" y="498"/>
                  <a:pt x="46" y="498"/>
                  <a:pt x="55" y="498"/>
                </a:cubicBezTo>
                <a:cubicBezTo>
                  <a:pt x="64" y="498"/>
                  <a:pt x="70" y="498"/>
                  <a:pt x="75" y="497"/>
                </a:cubicBezTo>
                <a:cubicBezTo>
                  <a:pt x="80" y="497"/>
                  <a:pt x="84" y="496"/>
                  <a:pt x="88" y="495"/>
                </a:cubicBezTo>
                <a:cubicBezTo>
                  <a:pt x="92" y="494"/>
                  <a:pt x="94" y="493"/>
                  <a:pt x="94" y="493"/>
                </a:cubicBezTo>
                <a:cubicBezTo>
                  <a:pt x="95" y="493"/>
                  <a:pt x="96" y="492"/>
                  <a:pt x="99" y="489"/>
                </a:cubicBezTo>
                <a:cubicBezTo>
                  <a:pt x="102" y="487"/>
                  <a:pt x="103" y="486"/>
                  <a:pt x="104" y="486"/>
                </a:cubicBezTo>
                <a:lnTo>
                  <a:pt x="104" y="7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172120" y="337680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6" y="65"/>
                </a:moveTo>
                <a:cubicBezTo>
                  <a:pt x="76" y="22"/>
                  <a:pt x="117" y="0"/>
                  <a:pt x="169" y="0"/>
                </a:cubicBezTo>
                <a:cubicBezTo>
                  <a:pt x="194" y="0"/>
                  <a:pt x="220" y="7"/>
                  <a:pt x="246" y="21"/>
                </a:cubicBezTo>
                <a:cubicBezTo>
                  <a:pt x="271" y="35"/>
                  <a:pt x="292" y="59"/>
                  <a:pt x="309" y="95"/>
                </a:cubicBezTo>
                <a:cubicBezTo>
                  <a:pt x="329" y="139"/>
                  <a:pt x="339" y="200"/>
                  <a:pt x="339" y="279"/>
                </a:cubicBezTo>
                <a:cubicBezTo>
                  <a:pt x="339" y="361"/>
                  <a:pt x="327" y="425"/>
                  <a:pt x="304" y="469"/>
                </a:cubicBezTo>
                <a:cubicBezTo>
                  <a:pt x="294" y="491"/>
                  <a:pt x="278" y="509"/>
                  <a:pt x="259" y="522"/>
                </a:cubicBezTo>
                <a:cubicBezTo>
                  <a:pt x="240" y="536"/>
                  <a:pt x="224" y="544"/>
                  <a:pt x="210" y="547"/>
                </a:cubicBezTo>
                <a:cubicBezTo>
                  <a:pt x="196" y="550"/>
                  <a:pt x="183" y="552"/>
                  <a:pt x="169" y="553"/>
                </a:cubicBezTo>
                <a:cubicBezTo>
                  <a:pt x="156" y="553"/>
                  <a:pt x="142" y="551"/>
                  <a:pt x="128" y="548"/>
                </a:cubicBezTo>
                <a:cubicBezTo>
                  <a:pt x="114" y="545"/>
                  <a:pt x="98" y="536"/>
                  <a:pt x="79" y="522"/>
                </a:cubicBezTo>
                <a:cubicBezTo>
                  <a:pt x="60" y="508"/>
                  <a:pt x="45" y="490"/>
                  <a:pt x="35" y="469"/>
                </a:cubicBezTo>
                <a:cubicBezTo>
                  <a:pt x="12" y="425"/>
                  <a:pt x="0" y="361"/>
                  <a:pt x="0" y="279"/>
                </a:cubicBezTo>
                <a:cubicBezTo>
                  <a:pt x="0" y="185"/>
                  <a:pt x="16" y="114"/>
                  <a:pt x="46" y="65"/>
                </a:cubicBezTo>
                <a:moveTo>
                  <a:pt x="226" y="55"/>
                </a:moveTo>
                <a:cubicBezTo>
                  <a:pt x="210" y="38"/>
                  <a:pt x="191" y="30"/>
                  <a:pt x="169" y="30"/>
                </a:cubicBezTo>
                <a:cubicBezTo>
                  <a:pt x="147" y="30"/>
                  <a:pt x="128" y="38"/>
                  <a:pt x="112" y="55"/>
                </a:cubicBezTo>
                <a:cubicBezTo>
                  <a:pt x="98" y="69"/>
                  <a:pt x="90" y="89"/>
                  <a:pt x="85" y="113"/>
                </a:cubicBezTo>
                <a:cubicBezTo>
                  <a:pt x="81" y="138"/>
                  <a:pt x="79" y="189"/>
                  <a:pt x="79" y="268"/>
                </a:cubicBezTo>
                <a:cubicBezTo>
                  <a:pt x="79" y="353"/>
                  <a:pt x="81" y="408"/>
                  <a:pt x="85" y="435"/>
                </a:cubicBezTo>
                <a:cubicBezTo>
                  <a:pt x="90" y="462"/>
                  <a:pt x="99" y="483"/>
                  <a:pt x="114" y="498"/>
                </a:cubicBezTo>
                <a:cubicBezTo>
                  <a:pt x="129" y="514"/>
                  <a:pt x="147" y="522"/>
                  <a:pt x="169" y="522"/>
                </a:cubicBezTo>
                <a:cubicBezTo>
                  <a:pt x="191" y="522"/>
                  <a:pt x="209" y="514"/>
                  <a:pt x="224" y="498"/>
                </a:cubicBezTo>
                <a:cubicBezTo>
                  <a:pt x="239" y="482"/>
                  <a:pt x="249" y="460"/>
                  <a:pt x="253" y="431"/>
                </a:cubicBezTo>
                <a:cubicBezTo>
                  <a:pt x="257" y="402"/>
                  <a:pt x="259" y="348"/>
                  <a:pt x="259" y="268"/>
                </a:cubicBezTo>
                <a:cubicBezTo>
                  <a:pt x="259" y="190"/>
                  <a:pt x="257" y="139"/>
                  <a:pt x="253" y="114"/>
                </a:cubicBezTo>
                <a:cubicBezTo>
                  <a:pt x="249" y="89"/>
                  <a:pt x="240" y="70"/>
                  <a:pt x="226" y="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411880" y="3427200"/>
            <a:ext cx="139680" cy="139680"/>
          </a:xfrm>
          <a:custGeom>
            <a:avLst/>
            <a:gdLst/>
            <a:ahLst/>
            <a:rect l="0" t="0" r="r" b="b"/>
            <a:pathLst>
              <a:path w="388" h="388">
                <a:moveTo>
                  <a:pt x="388" y="372"/>
                </a:moveTo>
                <a:cubicBezTo>
                  <a:pt x="388" y="382"/>
                  <a:pt x="382" y="388"/>
                  <a:pt x="371" y="388"/>
                </a:cubicBezTo>
                <a:cubicBezTo>
                  <a:pt x="368" y="388"/>
                  <a:pt x="363" y="384"/>
                  <a:pt x="353" y="375"/>
                </a:cubicBezTo>
                <a:cubicBezTo>
                  <a:pt x="344" y="366"/>
                  <a:pt x="319" y="342"/>
                  <a:pt x="278" y="299"/>
                </a:cubicBezTo>
                <a:lnTo>
                  <a:pt x="194" y="216"/>
                </a:lnTo>
                <a:lnTo>
                  <a:pt x="110" y="300"/>
                </a:lnTo>
                <a:cubicBezTo>
                  <a:pt x="53" y="357"/>
                  <a:pt x="24" y="385"/>
                  <a:pt x="22" y="386"/>
                </a:cubicBezTo>
                <a:cubicBezTo>
                  <a:pt x="20" y="387"/>
                  <a:pt x="18" y="388"/>
                  <a:pt x="17" y="388"/>
                </a:cubicBezTo>
                <a:cubicBezTo>
                  <a:pt x="12" y="388"/>
                  <a:pt x="9" y="386"/>
                  <a:pt x="5" y="383"/>
                </a:cubicBezTo>
                <a:cubicBezTo>
                  <a:pt x="2" y="380"/>
                  <a:pt x="0" y="376"/>
                  <a:pt x="0" y="372"/>
                </a:cubicBezTo>
                <a:cubicBezTo>
                  <a:pt x="0" y="368"/>
                  <a:pt x="4" y="362"/>
                  <a:pt x="11" y="354"/>
                </a:cubicBezTo>
                <a:cubicBezTo>
                  <a:pt x="18" y="346"/>
                  <a:pt x="44" y="320"/>
                  <a:pt x="86" y="277"/>
                </a:cubicBezTo>
                <a:lnTo>
                  <a:pt x="170" y="194"/>
                </a:lnTo>
                <a:lnTo>
                  <a:pt x="86" y="110"/>
                </a:lnTo>
                <a:cubicBezTo>
                  <a:pt x="43" y="67"/>
                  <a:pt x="18" y="42"/>
                  <a:pt x="11" y="34"/>
                </a:cubicBezTo>
                <a:cubicBezTo>
                  <a:pt x="4" y="27"/>
                  <a:pt x="0" y="21"/>
                  <a:pt x="0" y="16"/>
                </a:cubicBezTo>
                <a:cubicBezTo>
                  <a:pt x="0" y="12"/>
                  <a:pt x="1" y="8"/>
                  <a:pt x="5" y="5"/>
                </a:cubicBezTo>
                <a:cubicBezTo>
                  <a:pt x="8" y="3"/>
                  <a:pt x="12" y="1"/>
                  <a:pt x="17" y="1"/>
                </a:cubicBezTo>
                <a:cubicBezTo>
                  <a:pt x="19" y="1"/>
                  <a:pt x="21" y="2"/>
                  <a:pt x="22" y="2"/>
                </a:cubicBezTo>
                <a:cubicBezTo>
                  <a:pt x="24" y="3"/>
                  <a:pt x="53" y="31"/>
                  <a:pt x="110" y="87"/>
                </a:cubicBezTo>
                <a:lnTo>
                  <a:pt x="194" y="171"/>
                </a:lnTo>
                <a:lnTo>
                  <a:pt x="278" y="88"/>
                </a:lnTo>
                <a:cubicBezTo>
                  <a:pt x="319" y="47"/>
                  <a:pt x="344" y="22"/>
                  <a:pt x="353" y="13"/>
                </a:cubicBezTo>
                <a:cubicBezTo>
                  <a:pt x="363" y="5"/>
                  <a:pt x="368" y="0"/>
                  <a:pt x="371" y="0"/>
                </a:cubicBezTo>
                <a:cubicBezTo>
                  <a:pt x="382" y="0"/>
                  <a:pt x="388" y="6"/>
                  <a:pt x="388" y="16"/>
                </a:cubicBezTo>
                <a:cubicBezTo>
                  <a:pt x="388" y="20"/>
                  <a:pt x="385" y="25"/>
                  <a:pt x="380" y="31"/>
                </a:cubicBezTo>
                <a:cubicBezTo>
                  <a:pt x="375" y="37"/>
                  <a:pt x="348" y="63"/>
                  <a:pt x="301" y="109"/>
                </a:cubicBezTo>
                <a:lnTo>
                  <a:pt x="217" y="194"/>
                </a:lnTo>
                <a:lnTo>
                  <a:pt x="301" y="278"/>
                </a:lnTo>
                <a:cubicBezTo>
                  <a:pt x="346" y="324"/>
                  <a:pt x="372" y="350"/>
                  <a:pt x="378" y="357"/>
                </a:cubicBezTo>
                <a:cubicBezTo>
                  <a:pt x="385" y="364"/>
                  <a:pt x="388" y="369"/>
                  <a:pt x="388" y="37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664240" y="3441240"/>
            <a:ext cx="193320" cy="131400"/>
          </a:xfrm>
          <a:custGeom>
            <a:avLst/>
            <a:gdLst/>
            <a:ahLst/>
            <a:rect l="0" t="0" r="r" b="b"/>
            <a:pathLst>
              <a:path w="537" h="365">
                <a:moveTo>
                  <a:pt x="449" y="46"/>
                </a:moveTo>
                <a:cubicBezTo>
                  <a:pt x="449" y="35"/>
                  <a:pt x="454" y="25"/>
                  <a:pt x="464" y="15"/>
                </a:cubicBezTo>
                <a:cubicBezTo>
                  <a:pt x="474" y="6"/>
                  <a:pt x="485" y="0"/>
                  <a:pt x="498" y="0"/>
                </a:cubicBezTo>
                <a:cubicBezTo>
                  <a:pt x="507" y="0"/>
                  <a:pt x="516" y="5"/>
                  <a:pt x="524" y="14"/>
                </a:cubicBezTo>
                <a:cubicBezTo>
                  <a:pt x="532" y="24"/>
                  <a:pt x="536" y="39"/>
                  <a:pt x="537" y="60"/>
                </a:cubicBezTo>
                <a:cubicBezTo>
                  <a:pt x="537" y="77"/>
                  <a:pt x="532" y="107"/>
                  <a:pt x="522" y="153"/>
                </a:cubicBezTo>
                <a:cubicBezTo>
                  <a:pt x="514" y="183"/>
                  <a:pt x="506" y="208"/>
                  <a:pt x="500" y="227"/>
                </a:cubicBezTo>
                <a:cubicBezTo>
                  <a:pt x="494" y="246"/>
                  <a:pt x="484" y="268"/>
                  <a:pt x="472" y="292"/>
                </a:cubicBezTo>
                <a:cubicBezTo>
                  <a:pt x="460" y="316"/>
                  <a:pt x="445" y="334"/>
                  <a:pt x="428" y="346"/>
                </a:cubicBezTo>
                <a:cubicBezTo>
                  <a:pt x="411" y="359"/>
                  <a:pt x="391" y="365"/>
                  <a:pt x="370" y="365"/>
                </a:cubicBezTo>
                <a:cubicBezTo>
                  <a:pt x="347" y="365"/>
                  <a:pt x="326" y="361"/>
                  <a:pt x="308" y="352"/>
                </a:cubicBezTo>
                <a:cubicBezTo>
                  <a:pt x="289" y="343"/>
                  <a:pt x="276" y="332"/>
                  <a:pt x="268" y="318"/>
                </a:cubicBezTo>
                <a:cubicBezTo>
                  <a:pt x="268" y="318"/>
                  <a:pt x="267" y="319"/>
                  <a:pt x="266" y="321"/>
                </a:cubicBezTo>
                <a:cubicBezTo>
                  <a:pt x="244" y="350"/>
                  <a:pt x="217" y="365"/>
                  <a:pt x="186" y="365"/>
                </a:cubicBezTo>
                <a:cubicBezTo>
                  <a:pt x="172" y="365"/>
                  <a:pt x="158" y="363"/>
                  <a:pt x="146" y="360"/>
                </a:cubicBezTo>
                <a:cubicBezTo>
                  <a:pt x="133" y="357"/>
                  <a:pt x="120" y="352"/>
                  <a:pt x="108" y="345"/>
                </a:cubicBezTo>
                <a:cubicBezTo>
                  <a:pt x="96" y="338"/>
                  <a:pt x="86" y="327"/>
                  <a:pt x="77" y="314"/>
                </a:cubicBezTo>
                <a:cubicBezTo>
                  <a:pt x="70" y="300"/>
                  <a:pt x="66" y="283"/>
                  <a:pt x="66" y="263"/>
                </a:cubicBezTo>
                <a:cubicBezTo>
                  <a:pt x="66" y="234"/>
                  <a:pt x="75" y="195"/>
                  <a:pt x="94" y="146"/>
                </a:cubicBezTo>
                <a:cubicBezTo>
                  <a:pt x="112" y="97"/>
                  <a:pt x="122" y="66"/>
                  <a:pt x="122" y="51"/>
                </a:cubicBezTo>
                <a:lnTo>
                  <a:pt x="122" y="50"/>
                </a:lnTo>
                <a:cubicBezTo>
                  <a:pt x="122" y="45"/>
                  <a:pt x="122" y="42"/>
                  <a:pt x="122" y="40"/>
                </a:cubicBezTo>
                <a:cubicBezTo>
                  <a:pt x="122" y="38"/>
                  <a:pt x="121" y="37"/>
                  <a:pt x="119" y="34"/>
                </a:cubicBezTo>
                <a:cubicBezTo>
                  <a:pt x="117" y="32"/>
                  <a:pt x="114" y="31"/>
                  <a:pt x="110" y="31"/>
                </a:cubicBezTo>
                <a:lnTo>
                  <a:pt x="107" y="31"/>
                </a:lnTo>
                <a:cubicBezTo>
                  <a:pt x="95" y="31"/>
                  <a:pt x="84" y="36"/>
                  <a:pt x="72" y="46"/>
                </a:cubicBezTo>
                <a:cubicBezTo>
                  <a:pt x="62" y="57"/>
                  <a:pt x="54" y="69"/>
                  <a:pt x="48" y="80"/>
                </a:cubicBezTo>
                <a:cubicBezTo>
                  <a:pt x="43" y="92"/>
                  <a:pt x="38" y="103"/>
                  <a:pt x="35" y="114"/>
                </a:cubicBezTo>
                <a:cubicBezTo>
                  <a:pt x="32" y="125"/>
                  <a:pt x="29" y="131"/>
                  <a:pt x="28" y="132"/>
                </a:cubicBezTo>
                <a:cubicBezTo>
                  <a:pt x="27" y="133"/>
                  <a:pt x="23" y="133"/>
                  <a:pt x="16" y="133"/>
                </a:cubicBezTo>
                <a:lnTo>
                  <a:pt x="4" y="133"/>
                </a:lnTo>
                <a:cubicBezTo>
                  <a:pt x="1" y="130"/>
                  <a:pt x="0" y="128"/>
                  <a:pt x="0" y="126"/>
                </a:cubicBezTo>
                <a:cubicBezTo>
                  <a:pt x="0" y="123"/>
                  <a:pt x="2" y="115"/>
                  <a:pt x="6" y="104"/>
                </a:cubicBezTo>
                <a:cubicBezTo>
                  <a:pt x="10" y="92"/>
                  <a:pt x="16" y="78"/>
                  <a:pt x="24" y="63"/>
                </a:cubicBezTo>
                <a:cubicBezTo>
                  <a:pt x="32" y="46"/>
                  <a:pt x="44" y="32"/>
                  <a:pt x="60" y="20"/>
                </a:cubicBezTo>
                <a:cubicBezTo>
                  <a:pt x="75" y="8"/>
                  <a:pt x="94" y="2"/>
                  <a:pt x="113" y="2"/>
                </a:cubicBezTo>
                <a:cubicBezTo>
                  <a:pt x="136" y="2"/>
                  <a:pt x="153" y="8"/>
                  <a:pt x="166" y="22"/>
                </a:cubicBezTo>
                <a:cubicBezTo>
                  <a:pt x="178" y="35"/>
                  <a:pt x="184" y="50"/>
                  <a:pt x="184" y="69"/>
                </a:cubicBezTo>
                <a:cubicBezTo>
                  <a:pt x="184" y="79"/>
                  <a:pt x="175" y="108"/>
                  <a:pt x="158" y="156"/>
                </a:cubicBezTo>
                <a:cubicBezTo>
                  <a:pt x="140" y="204"/>
                  <a:pt x="131" y="241"/>
                  <a:pt x="131" y="267"/>
                </a:cubicBezTo>
                <a:cubicBezTo>
                  <a:pt x="131" y="292"/>
                  <a:pt x="137" y="309"/>
                  <a:pt x="148" y="319"/>
                </a:cubicBezTo>
                <a:cubicBezTo>
                  <a:pt x="159" y="329"/>
                  <a:pt x="173" y="335"/>
                  <a:pt x="191" y="335"/>
                </a:cubicBezTo>
                <a:cubicBezTo>
                  <a:pt x="213" y="335"/>
                  <a:pt x="234" y="319"/>
                  <a:pt x="251" y="286"/>
                </a:cubicBezTo>
                <a:lnTo>
                  <a:pt x="255" y="279"/>
                </a:lnTo>
                <a:lnTo>
                  <a:pt x="255" y="261"/>
                </a:lnTo>
                <a:cubicBezTo>
                  <a:pt x="255" y="259"/>
                  <a:pt x="255" y="257"/>
                  <a:pt x="255" y="253"/>
                </a:cubicBezTo>
                <a:cubicBezTo>
                  <a:pt x="255" y="250"/>
                  <a:pt x="256" y="248"/>
                  <a:pt x="256" y="247"/>
                </a:cubicBezTo>
                <a:cubicBezTo>
                  <a:pt x="257" y="246"/>
                  <a:pt x="257" y="244"/>
                  <a:pt x="257" y="241"/>
                </a:cubicBezTo>
                <a:cubicBezTo>
                  <a:pt x="257" y="239"/>
                  <a:pt x="257" y="236"/>
                  <a:pt x="258" y="234"/>
                </a:cubicBezTo>
                <a:cubicBezTo>
                  <a:pt x="258" y="232"/>
                  <a:pt x="259" y="229"/>
                  <a:pt x="260" y="224"/>
                </a:cubicBezTo>
                <a:cubicBezTo>
                  <a:pt x="261" y="219"/>
                  <a:pt x="262" y="214"/>
                  <a:pt x="263" y="210"/>
                </a:cubicBezTo>
                <a:cubicBezTo>
                  <a:pt x="263" y="206"/>
                  <a:pt x="265" y="199"/>
                  <a:pt x="267" y="191"/>
                </a:cubicBezTo>
                <a:cubicBezTo>
                  <a:pt x="270" y="182"/>
                  <a:pt x="272" y="174"/>
                  <a:pt x="274" y="165"/>
                </a:cubicBezTo>
                <a:cubicBezTo>
                  <a:pt x="275" y="157"/>
                  <a:pt x="278" y="145"/>
                  <a:pt x="283" y="131"/>
                </a:cubicBezTo>
                <a:cubicBezTo>
                  <a:pt x="298" y="70"/>
                  <a:pt x="307" y="36"/>
                  <a:pt x="309" y="31"/>
                </a:cubicBezTo>
                <a:cubicBezTo>
                  <a:pt x="316" y="17"/>
                  <a:pt x="328" y="10"/>
                  <a:pt x="344" y="10"/>
                </a:cubicBezTo>
                <a:cubicBezTo>
                  <a:pt x="354" y="10"/>
                  <a:pt x="361" y="12"/>
                  <a:pt x="364" y="18"/>
                </a:cubicBezTo>
                <a:cubicBezTo>
                  <a:pt x="368" y="23"/>
                  <a:pt x="370" y="28"/>
                  <a:pt x="371" y="33"/>
                </a:cubicBezTo>
                <a:cubicBezTo>
                  <a:pt x="371" y="40"/>
                  <a:pt x="363" y="75"/>
                  <a:pt x="348" y="136"/>
                </a:cubicBezTo>
                <a:cubicBezTo>
                  <a:pt x="332" y="198"/>
                  <a:pt x="324" y="233"/>
                  <a:pt x="322" y="242"/>
                </a:cubicBezTo>
                <a:cubicBezTo>
                  <a:pt x="321" y="248"/>
                  <a:pt x="320" y="257"/>
                  <a:pt x="320" y="270"/>
                </a:cubicBezTo>
                <a:lnTo>
                  <a:pt x="320" y="276"/>
                </a:lnTo>
                <a:cubicBezTo>
                  <a:pt x="320" y="284"/>
                  <a:pt x="321" y="292"/>
                  <a:pt x="323" y="299"/>
                </a:cubicBezTo>
                <a:cubicBezTo>
                  <a:pt x="324" y="307"/>
                  <a:pt x="329" y="314"/>
                  <a:pt x="338" y="322"/>
                </a:cubicBezTo>
                <a:cubicBezTo>
                  <a:pt x="347" y="330"/>
                  <a:pt x="359" y="335"/>
                  <a:pt x="374" y="335"/>
                </a:cubicBezTo>
                <a:cubicBezTo>
                  <a:pt x="412" y="335"/>
                  <a:pt x="442" y="303"/>
                  <a:pt x="465" y="237"/>
                </a:cubicBezTo>
                <a:cubicBezTo>
                  <a:pt x="469" y="225"/>
                  <a:pt x="475" y="208"/>
                  <a:pt x="481" y="185"/>
                </a:cubicBezTo>
                <a:cubicBezTo>
                  <a:pt x="487" y="163"/>
                  <a:pt x="490" y="147"/>
                  <a:pt x="490" y="137"/>
                </a:cubicBezTo>
                <a:cubicBezTo>
                  <a:pt x="490" y="120"/>
                  <a:pt x="487" y="106"/>
                  <a:pt x="480" y="96"/>
                </a:cubicBezTo>
                <a:cubicBezTo>
                  <a:pt x="473" y="85"/>
                  <a:pt x="466" y="77"/>
                  <a:pt x="459" y="70"/>
                </a:cubicBezTo>
                <a:cubicBezTo>
                  <a:pt x="452" y="63"/>
                  <a:pt x="449" y="54"/>
                  <a:pt x="449" y="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880600" y="335268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2" y="0"/>
                  <a:pt x="15" y="0"/>
                </a:cubicBezTo>
                <a:lnTo>
                  <a:pt x="25" y="0"/>
                </a:lnTo>
                <a:lnTo>
                  <a:pt x="47" y="19"/>
                </a:lnTo>
                <a:cubicBezTo>
                  <a:pt x="97" y="64"/>
                  <a:pt x="134" y="121"/>
                  <a:pt x="157" y="189"/>
                </a:cubicBezTo>
                <a:cubicBezTo>
                  <a:pt x="180" y="257"/>
                  <a:pt x="192" y="327"/>
                  <a:pt x="192" y="401"/>
                </a:cubicBezTo>
                <a:cubicBezTo>
                  <a:pt x="192" y="437"/>
                  <a:pt x="190" y="472"/>
                  <a:pt x="183" y="506"/>
                </a:cubicBezTo>
                <a:cubicBezTo>
                  <a:pt x="178" y="539"/>
                  <a:pt x="172" y="568"/>
                  <a:pt x="165" y="591"/>
                </a:cubicBezTo>
                <a:cubicBezTo>
                  <a:pt x="158" y="615"/>
                  <a:pt x="148" y="638"/>
                  <a:pt x="135" y="662"/>
                </a:cubicBezTo>
                <a:cubicBezTo>
                  <a:pt x="122" y="685"/>
                  <a:pt x="112" y="704"/>
                  <a:pt x="105" y="717"/>
                </a:cubicBezTo>
                <a:cubicBezTo>
                  <a:pt x="97" y="729"/>
                  <a:pt x="86" y="743"/>
                  <a:pt x="72" y="758"/>
                </a:cubicBezTo>
                <a:cubicBezTo>
                  <a:pt x="57" y="773"/>
                  <a:pt x="49" y="781"/>
                  <a:pt x="46" y="784"/>
                </a:cubicBezTo>
                <a:cubicBezTo>
                  <a:pt x="44" y="787"/>
                  <a:pt x="37" y="792"/>
                  <a:pt x="28" y="799"/>
                </a:cubicBezTo>
                <a:cubicBezTo>
                  <a:pt x="26" y="801"/>
                  <a:pt x="25" y="802"/>
                  <a:pt x="25" y="802"/>
                </a:cubicBezTo>
                <a:lnTo>
                  <a:pt x="15" y="802"/>
                </a:lnTo>
                <a:cubicBezTo>
                  <a:pt x="11" y="802"/>
                  <a:pt x="8" y="802"/>
                  <a:pt x="6" y="802"/>
                </a:cubicBezTo>
                <a:cubicBezTo>
                  <a:pt x="5" y="802"/>
                  <a:pt x="3" y="802"/>
                  <a:pt x="2" y="800"/>
                </a:cubicBezTo>
                <a:cubicBezTo>
                  <a:pt x="1" y="798"/>
                  <a:pt x="0" y="796"/>
                  <a:pt x="0" y="793"/>
                </a:cubicBezTo>
                <a:cubicBezTo>
                  <a:pt x="0" y="792"/>
                  <a:pt x="3" y="789"/>
                  <a:pt x="9" y="782"/>
                </a:cubicBezTo>
                <a:cubicBezTo>
                  <a:pt x="91" y="695"/>
                  <a:pt x="133" y="568"/>
                  <a:pt x="133" y="401"/>
                </a:cubicBezTo>
                <a:cubicBezTo>
                  <a:pt x="133" y="233"/>
                  <a:pt x="91" y="106"/>
                  <a:pt x="9" y="20"/>
                </a:cubicBezTo>
                <a:cubicBezTo>
                  <a:pt x="3" y="13"/>
                  <a:pt x="0" y="10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057000" y="3400920"/>
            <a:ext cx="192600" cy="192240"/>
          </a:xfrm>
          <a:custGeom>
            <a:avLst/>
            <a:gdLst/>
            <a:ahLst/>
            <a:rect l="0" t="0" r="r" b="b"/>
            <a:pathLst>
              <a:path w="535" h="534">
                <a:moveTo>
                  <a:pt x="0" y="277"/>
                </a:moveTo>
                <a:cubicBezTo>
                  <a:pt x="0" y="277"/>
                  <a:pt x="0" y="274"/>
                  <a:pt x="0" y="267"/>
                </a:cubicBezTo>
                <a:cubicBezTo>
                  <a:pt x="0" y="260"/>
                  <a:pt x="4" y="254"/>
                  <a:pt x="12" y="251"/>
                </a:cubicBezTo>
                <a:lnTo>
                  <a:pt x="251" y="251"/>
                </a:lnTo>
                <a:lnTo>
                  <a:pt x="251" y="130"/>
                </a:lnTo>
                <a:lnTo>
                  <a:pt x="252" y="10"/>
                </a:lnTo>
                <a:cubicBezTo>
                  <a:pt x="258" y="3"/>
                  <a:pt x="263" y="0"/>
                  <a:pt x="267" y="0"/>
                </a:cubicBezTo>
                <a:cubicBezTo>
                  <a:pt x="274" y="0"/>
                  <a:pt x="280" y="4"/>
                  <a:pt x="283" y="12"/>
                </a:cubicBezTo>
                <a:lnTo>
                  <a:pt x="283" y="251"/>
                </a:lnTo>
                <a:lnTo>
                  <a:pt x="523" y="251"/>
                </a:lnTo>
                <a:cubicBezTo>
                  <a:pt x="531" y="255"/>
                  <a:pt x="535" y="260"/>
                  <a:pt x="535" y="267"/>
                </a:cubicBezTo>
                <a:cubicBezTo>
                  <a:pt x="535" y="273"/>
                  <a:pt x="531" y="278"/>
                  <a:pt x="523" y="283"/>
                </a:cubicBezTo>
                <a:lnTo>
                  <a:pt x="283" y="283"/>
                </a:lnTo>
                <a:lnTo>
                  <a:pt x="283" y="523"/>
                </a:lnTo>
                <a:cubicBezTo>
                  <a:pt x="279" y="530"/>
                  <a:pt x="274" y="534"/>
                  <a:pt x="269" y="534"/>
                </a:cubicBezTo>
                <a:lnTo>
                  <a:pt x="267" y="534"/>
                </a:lnTo>
                <a:lnTo>
                  <a:pt x="266" y="534"/>
                </a:lnTo>
                <a:cubicBezTo>
                  <a:pt x="259" y="534"/>
                  <a:pt x="255" y="530"/>
                  <a:pt x="251" y="523"/>
                </a:cubicBezTo>
                <a:lnTo>
                  <a:pt x="251" y="283"/>
                </a:lnTo>
                <a:lnTo>
                  <a:pt x="12" y="283"/>
                </a:lnTo>
                <a:cubicBezTo>
                  <a:pt x="4" y="279"/>
                  <a:pt x="0" y="274"/>
                  <a:pt x="0" y="267"/>
                </a:cubicBezTo>
                <a:lnTo>
                  <a:pt x="0" y="27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356880" y="335268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0" y="401"/>
                </a:moveTo>
                <a:cubicBezTo>
                  <a:pt x="0" y="364"/>
                  <a:pt x="2" y="329"/>
                  <a:pt x="8" y="296"/>
                </a:cubicBezTo>
                <a:cubicBezTo>
                  <a:pt x="14" y="262"/>
                  <a:pt x="20" y="234"/>
                  <a:pt x="27" y="210"/>
                </a:cubicBezTo>
                <a:cubicBezTo>
                  <a:pt x="34" y="186"/>
                  <a:pt x="44" y="162"/>
                  <a:pt x="57" y="139"/>
                </a:cubicBezTo>
                <a:cubicBezTo>
                  <a:pt x="70" y="116"/>
                  <a:pt x="80" y="98"/>
                  <a:pt x="87" y="86"/>
                </a:cubicBezTo>
                <a:cubicBezTo>
                  <a:pt x="95" y="73"/>
                  <a:pt x="106" y="59"/>
                  <a:pt x="121" y="44"/>
                </a:cubicBezTo>
                <a:cubicBezTo>
                  <a:pt x="136" y="29"/>
                  <a:pt x="145" y="20"/>
                  <a:pt x="147" y="17"/>
                </a:cubicBezTo>
                <a:cubicBezTo>
                  <a:pt x="150" y="13"/>
                  <a:pt x="157" y="8"/>
                  <a:pt x="168" y="0"/>
                </a:cubicBezTo>
                <a:lnTo>
                  <a:pt x="178" y="0"/>
                </a:lnTo>
                <a:lnTo>
                  <a:pt x="181" y="0"/>
                </a:lnTo>
                <a:cubicBezTo>
                  <a:pt x="189" y="0"/>
                  <a:pt x="192" y="2"/>
                  <a:pt x="192" y="7"/>
                </a:cubicBezTo>
                <a:cubicBezTo>
                  <a:pt x="192" y="9"/>
                  <a:pt x="188" y="14"/>
                  <a:pt x="179" y="24"/>
                </a:cubicBezTo>
                <a:cubicBezTo>
                  <a:pt x="170" y="34"/>
                  <a:pt x="159" y="48"/>
                  <a:pt x="146" y="66"/>
                </a:cubicBezTo>
                <a:cubicBezTo>
                  <a:pt x="133" y="85"/>
                  <a:pt x="120" y="108"/>
                  <a:pt x="107" y="135"/>
                </a:cubicBezTo>
                <a:cubicBezTo>
                  <a:pt x="93" y="163"/>
                  <a:pt x="82" y="199"/>
                  <a:pt x="73" y="246"/>
                </a:cubicBezTo>
                <a:cubicBezTo>
                  <a:pt x="64" y="292"/>
                  <a:pt x="59" y="344"/>
                  <a:pt x="59" y="401"/>
                </a:cubicBezTo>
                <a:cubicBezTo>
                  <a:pt x="59" y="457"/>
                  <a:pt x="64" y="509"/>
                  <a:pt x="73" y="555"/>
                </a:cubicBezTo>
                <a:cubicBezTo>
                  <a:pt x="82" y="601"/>
                  <a:pt x="93" y="638"/>
                  <a:pt x="106" y="666"/>
                </a:cubicBezTo>
                <a:cubicBezTo>
                  <a:pt x="119" y="694"/>
                  <a:pt x="132" y="718"/>
                  <a:pt x="145" y="736"/>
                </a:cubicBezTo>
                <a:cubicBezTo>
                  <a:pt x="158" y="754"/>
                  <a:pt x="170" y="768"/>
                  <a:pt x="179" y="778"/>
                </a:cubicBezTo>
                <a:cubicBezTo>
                  <a:pt x="188" y="789"/>
                  <a:pt x="192" y="795"/>
                  <a:pt x="192" y="795"/>
                </a:cubicBezTo>
                <a:cubicBezTo>
                  <a:pt x="192" y="800"/>
                  <a:pt x="188" y="802"/>
                  <a:pt x="180" y="802"/>
                </a:cubicBezTo>
                <a:lnTo>
                  <a:pt x="178" y="802"/>
                </a:lnTo>
                <a:lnTo>
                  <a:pt x="168" y="802"/>
                </a:lnTo>
                <a:lnTo>
                  <a:pt x="145" y="783"/>
                </a:lnTo>
                <a:cubicBezTo>
                  <a:pt x="95" y="738"/>
                  <a:pt x="58" y="680"/>
                  <a:pt x="35" y="612"/>
                </a:cubicBezTo>
                <a:cubicBezTo>
                  <a:pt x="12" y="544"/>
                  <a:pt x="0" y="474"/>
                  <a:pt x="0" y="40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454080" y="3376800"/>
            <a:ext cx="119880" cy="199080"/>
          </a:xfrm>
          <a:custGeom>
            <a:avLst/>
            <a:gdLst/>
            <a:ahLst/>
            <a:rect l="0" t="0" r="r" b="b"/>
            <a:pathLst>
              <a:path w="333" h="553">
                <a:moveTo>
                  <a:pt x="0" y="284"/>
                </a:moveTo>
                <a:cubicBezTo>
                  <a:pt x="0" y="196"/>
                  <a:pt x="22" y="127"/>
                  <a:pt x="65" y="76"/>
                </a:cubicBezTo>
                <a:cubicBezTo>
                  <a:pt x="108" y="26"/>
                  <a:pt x="157" y="0"/>
                  <a:pt x="210" y="0"/>
                </a:cubicBezTo>
                <a:cubicBezTo>
                  <a:pt x="247" y="0"/>
                  <a:pt x="273" y="10"/>
                  <a:pt x="289" y="29"/>
                </a:cubicBezTo>
                <a:cubicBezTo>
                  <a:pt x="306" y="48"/>
                  <a:pt x="314" y="70"/>
                  <a:pt x="314" y="93"/>
                </a:cubicBezTo>
                <a:cubicBezTo>
                  <a:pt x="314" y="107"/>
                  <a:pt x="310" y="117"/>
                  <a:pt x="302" y="125"/>
                </a:cubicBezTo>
                <a:cubicBezTo>
                  <a:pt x="295" y="133"/>
                  <a:pt x="284" y="137"/>
                  <a:pt x="271" y="137"/>
                </a:cubicBezTo>
                <a:cubicBezTo>
                  <a:pt x="259" y="137"/>
                  <a:pt x="249" y="134"/>
                  <a:pt x="241" y="126"/>
                </a:cubicBezTo>
                <a:cubicBezTo>
                  <a:pt x="233" y="119"/>
                  <a:pt x="229" y="108"/>
                  <a:pt x="229" y="95"/>
                </a:cubicBezTo>
                <a:cubicBezTo>
                  <a:pt x="229" y="71"/>
                  <a:pt x="241" y="57"/>
                  <a:pt x="266" y="52"/>
                </a:cubicBezTo>
                <a:cubicBezTo>
                  <a:pt x="254" y="41"/>
                  <a:pt x="238" y="34"/>
                  <a:pt x="217" y="32"/>
                </a:cubicBezTo>
                <a:cubicBezTo>
                  <a:pt x="179" y="32"/>
                  <a:pt x="147" y="48"/>
                  <a:pt x="123" y="80"/>
                </a:cubicBezTo>
                <a:cubicBezTo>
                  <a:pt x="97" y="116"/>
                  <a:pt x="84" y="170"/>
                  <a:pt x="84" y="242"/>
                </a:cubicBezTo>
                <a:lnTo>
                  <a:pt x="85" y="245"/>
                </a:lnTo>
                <a:cubicBezTo>
                  <a:pt x="88" y="242"/>
                  <a:pt x="90" y="239"/>
                  <a:pt x="91" y="235"/>
                </a:cubicBezTo>
                <a:cubicBezTo>
                  <a:pt x="114" y="203"/>
                  <a:pt x="143" y="187"/>
                  <a:pt x="178" y="187"/>
                </a:cubicBezTo>
                <a:lnTo>
                  <a:pt x="181" y="187"/>
                </a:lnTo>
                <a:cubicBezTo>
                  <a:pt x="206" y="187"/>
                  <a:pt x="228" y="192"/>
                  <a:pt x="246" y="202"/>
                </a:cubicBezTo>
                <a:cubicBezTo>
                  <a:pt x="259" y="210"/>
                  <a:pt x="272" y="220"/>
                  <a:pt x="285" y="234"/>
                </a:cubicBezTo>
                <a:cubicBezTo>
                  <a:pt x="298" y="248"/>
                  <a:pt x="308" y="264"/>
                  <a:pt x="316" y="281"/>
                </a:cubicBezTo>
                <a:cubicBezTo>
                  <a:pt x="327" y="307"/>
                  <a:pt x="333" y="336"/>
                  <a:pt x="333" y="367"/>
                </a:cubicBezTo>
                <a:lnTo>
                  <a:pt x="333" y="381"/>
                </a:lnTo>
                <a:cubicBezTo>
                  <a:pt x="333" y="393"/>
                  <a:pt x="331" y="405"/>
                  <a:pt x="329" y="416"/>
                </a:cubicBezTo>
                <a:cubicBezTo>
                  <a:pt x="323" y="447"/>
                  <a:pt x="306" y="478"/>
                  <a:pt x="277" y="508"/>
                </a:cubicBezTo>
                <a:cubicBezTo>
                  <a:pt x="249" y="538"/>
                  <a:pt x="213" y="553"/>
                  <a:pt x="170" y="553"/>
                </a:cubicBezTo>
                <a:cubicBezTo>
                  <a:pt x="155" y="553"/>
                  <a:pt x="141" y="551"/>
                  <a:pt x="127" y="546"/>
                </a:cubicBezTo>
                <a:cubicBezTo>
                  <a:pt x="113" y="542"/>
                  <a:pt x="97" y="534"/>
                  <a:pt x="81" y="522"/>
                </a:cubicBezTo>
                <a:cubicBezTo>
                  <a:pt x="65" y="510"/>
                  <a:pt x="51" y="495"/>
                  <a:pt x="40" y="475"/>
                </a:cubicBezTo>
                <a:cubicBezTo>
                  <a:pt x="29" y="455"/>
                  <a:pt x="19" y="429"/>
                  <a:pt x="11" y="397"/>
                </a:cubicBezTo>
                <a:cubicBezTo>
                  <a:pt x="3" y="365"/>
                  <a:pt x="-1" y="327"/>
                  <a:pt x="0" y="284"/>
                </a:cubicBezTo>
                <a:moveTo>
                  <a:pt x="173" y="216"/>
                </a:moveTo>
                <a:cubicBezTo>
                  <a:pt x="157" y="216"/>
                  <a:pt x="143" y="220"/>
                  <a:pt x="132" y="229"/>
                </a:cubicBezTo>
                <a:cubicBezTo>
                  <a:pt x="120" y="239"/>
                  <a:pt x="110" y="251"/>
                  <a:pt x="103" y="266"/>
                </a:cubicBezTo>
                <a:cubicBezTo>
                  <a:pt x="97" y="281"/>
                  <a:pt x="92" y="297"/>
                  <a:pt x="90" y="312"/>
                </a:cubicBezTo>
                <a:cubicBezTo>
                  <a:pt x="87" y="328"/>
                  <a:pt x="85" y="344"/>
                  <a:pt x="85" y="362"/>
                </a:cubicBezTo>
                <a:cubicBezTo>
                  <a:pt x="85" y="406"/>
                  <a:pt x="88" y="438"/>
                  <a:pt x="95" y="457"/>
                </a:cubicBezTo>
                <a:cubicBezTo>
                  <a:pt x="101" y="477"/>
                  <a:pt x="111" y="492"/>
                  <a:pt x="126" y="504"/>
                </a:cubicBezTo>
                <a:cubicBezTo>
                  <a:pt x="139" y="513"/>
                  <a:pt x="153" y="518"/>
                  <a:pt x="168" y="518"/>
                </a:cubicBezTo>
                <a:cubicBezTo>
                  <a:pt x="196" y="518"/>
                  <a:pt x="217" y="508"/>
                  <a:pt x="231" y="488"/>
                </a:cubicBezTo>
                <a:cubicBezTo>
                  <a:pt x="238" y="478"/>
                  <a:pt x="243" y="466"/>
                  <a:pt x="245" y="452"/>
                </a:cubicBezTo>
                <a:cubicBezTo>
                  <a:pt x="248" y="437"/>
                  <a:pt x="249" y="409"/>
                  <a:pt x="249" y="368"/>
                </a:cubicBezTo>
                <a:cubicBezTo>
                  <a:pt x="249" y="325"/>
                  <a:pt x="248" y="296"/>
                  <a:pt x="245" y="282"/>
                </a:cubicBezTo>
                <a:cubicBezTo>
                  <a:pt x="243" y="267"/>
                  <a:pt x="238" y="254"/>
                  <a:pt x="231" y="245"/>
                </a:cubicBezTo>
                <a:cubicBezTo>
                  <a:pt x="217" y="225"/>
                  <a:pt x="197" y="216"/>
                  <a:pt x="173" y="21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608880" y="3534480"/>
            <a:ext cx="35280" cy="34920"/>
          </a:xfrm>
          <a:custGeom>
            <a:avLst/>
            <a:gdLst/>
            <a:ahLst/>
            <a:rect l="0" t="0" r="r" b="b"/>
            <a:pathLst>
              <a:path w="98" h="97">
                <a:moveTo>
                  <a:pt x="0" y="49"/>
                </a:moveTo>
                <a:cubicBezTo>
                  <a:pt x="0" y="36"/>
                  <a:pt x="4" y="25"/>
                  <a:pt x="13" y="14"/>
                </a:cubicBezTo>
                <a:cubicBezTo>
                  <a:pt x="22" y="5"/>
                  <a:pt x="35" y="0"/>
                  <a:pt x="49" y="0"/>
                </a:cubicBezTo>
                <a:cubicBezTo>
                  <a:pt x="62" y="0"/>
                  <a:pt x="73" y="4"/>
                  <a:pt x="82" y="13"/>
                </a:cubicBezTo>
                <a:cubicBezTo>
                  <a:pt x="92" y="21"/>
                  <a:pt x="97" y="34"/>
                  <a:pt x="98" y="48"/>
                </a:cubicBezTo>
                <a:cubicBezTo>
                  <a:pt x="98" y="61"/>
                  <a:pt x="93" y="73"/>
                  <a:pt x="84" y="83"/>
                </a:cubicBezTo>
                <a:cubicBezTo>
                  <a:pt x="75" y="92"/>
                  <a:pt x="63" y="97"/>
                  <a:pt x="49" y="97"/>
                </a:cubicBezTo>
                <a:cubicBezTo>
                  <a:pt x="36" y="97"/>
                  <a:pt x="23" y="92"/>
                  <a:pt x="14" y="83"/>
                </a:cubicBezTo>
                <a:cubicBezTo>
                  <a:pt x="5" y="74"/>
                  <a:pt x="0" y="63"/>
                  <a:pt x="0" y="4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6680880" y="3376800"/>
            <a:ext cx="115560" cy="192600"/>
          </a:xfrm>
          <a:custGeom>
            <a:avLst/>
            <a:gdLst/>
            <a:ahLst/>
            <a:rect l="0" t="0" r="r" b="b"/>
            <a:pathLst>
              <a:path w="321" h="535">
                <a:moveTo>
                  <a:pt x="47" y="190"/>
                </a:moveTo>
                <a:cubicBezTo>
                  <a:pt x="33" y="190"/>
                  <a:pt x="21" y="185"/>
                  <a:pt x="13" y="176"/>
                </a:cubicBezTo>
                <a:cubicBezTo>
                  <a:pt x="4" y="166"/>
                  <a:pt x="0" y="154"/>
                  <a:pt x="0" y="140"/>
                </a:cubicBezTo>
                <a:cubicBezTo>
                  <a:pt x="0" y="103"/>
                  <a:pt x="14" y="70"/>
                  <a:pt x="42" y="42"/>
                </a:cubicBezTo>
                <a:cubicBezTo>
                  <a:pt x="71" y="14"/>
                  <a:pt x="107" y="0"/>
                  <a:pt x="149" y="0"/>
                </a:cubicBezTo>
                <a:cubicBezTo>
                  <a:pt x="198" y="0"/>
                  <a:pt x="239" y="15"/>
                  <a:pt x="271" y="45"/>
                </a:cubicBezTo>
                <a:cubicBezTo>
                  <a:pt x="304" y="75"/>
                  <a:pt x="320" y="114"/>
                  <a:pt x="321" y="161"/>
                </a:cubicBezTo>
                <a:cubicBezTo>
                  <a:pt x="321" y="184"/>
                  <a:pt x="315" y="206"/>
                  <a:pt x="305" y="227"/>
                </a:cubicBezTo>
                <a:cubicBezTo>
                  <a:pt x="294" y="248"/>
                  <a:pt x="281" y="266"/>
                  <a:pt x="266" y="282"/>
                </a:cubicBezTo>
                <a:cubicBezTo>
                  <a:pt x="251" y="297"/>
                  <a:pt x="230" y="317"/>
                  <a:pt x="202" y="341"/>
                </a:cubicBezTo>
                <a:cubicBezTo>
                  <a:pt x="183" y="357"/>
                  <a:pt x="156" y="382"/>
                  <a:pt x="122" y="415"/>
                </a:cubicBezTo>
                <a:lnTo>
                  <a:pt x="74" y="459"/>
                </a:lnTo>
                <a:lnTo>
                  <a:pt x="136" y="460"/>
                </a:lnTo>
                <a:cubicBezTo>
                  <a:pt x="220" y="460"/>
                  <a:pt x="264" y="459"/>
                  <a:pt x="270" y="456"/>
                </a:cubicBezTo>
                <a:cubicBezTo>
                  <a:pt x="273" y="455"/>
                  <a:pt x="280" y="431"/>
                  <a:pt x="289" y="385"/>
                </a:cubicBezTo>
                <a:lnTo>
                  <a:pt x="289" y="383"/>
                </a:lnTo>
                <a:lnTo>
                  <a:pt x="321" y="383"/>
                </a:lnTo>
                <a:lnTo>
                  <a:pt x="321" y="385"/>
                </a:lnTo>
                <a:cubicBezTo>
                  <a:pt x="320" y="387"/>
                  <a:pt x="317" y="411"/>
                  <a:pt x="310" y="458"/>
                </a:cubicBezTo>
                <a:cubicBezTo>
                  <a:pt x="304" y="506"/>
                  <a:pt x="300" y="530"/>
                  <a:pt x="298" y="533"/>
                </a:cubicBezTo>
                <a:lnTo>
                  <a:pt x="298" y="535"/>
                </a:lnTo>
                <a:lnTo>
                  <a:pt x="0" y="535"/>
                </a:lnTo>
                <a:lnTo>
                  <a:pt x="0" y="520"/>
                </a:lnTo>
                <a:lnTo>
                  <a:pt x="0" y="510"/>
                </a:lnTo>
                <a:cubicBezTo>
                  <a:pt x="0" y="506"/>
                  <a:pt x="2" y="502"/>
                  <a:pt x="5" y="498"/>
                </a:cubicBezTo>
                <a:cubicBezTo>
                  <a:pt x="8" y="494"/>
                  <a:pt x="16" y="485"/>
                  <a:pt x="29" y="469"/>
                </a:cubicBezTo>
                <a:cubicBezTo>
                  <a:pt x="44" y="452"/>
                  <a:pt x="58" y="437"/>
                  <a:pt x="69" y="424"/>
                </a:cubicBezTo>
                <a:cubicBezTo>
                  <a:pt x="74" y="419"/>
                  <a:pt x="83" y="409"/>
                  <a:pt x="96" y="395"/>
                </a:cubicBezTo>
                <a:cubicBezTo>
                  <a:pt x="111" y="380"/>
                  <a:pt x="120" y="370"/>
                  <a:pt x="124" y="365"/>
                </a:cubicBezTo>
                <a:cubicBezTo>
                  <a:pt x="129" y="360"/>
                  <a:pt x="137" y="351"/>
                  <a:pt x="148" y="338"/>
                </a:cubicBezTo>
                <a:cubicBezTo>
                  <a:pt x="158" y="326"/>
                  <a:pt x="166" y="317"/>
                  <a:pt x="170" y="311"/>
                </a:cubicBezTo>
                <a:cubicBezTo>
                  <a:pt x="174" y="305"/>
                  <a:pt x="181" y="297"/>
                  <a:pt x="189" y="287"/>
                </a:cubicBezTo>
                <a:cubicBezTo>
                  <a:pt x="197" y="277"/>
                  <a:pt x="202" y="268"/>
                  <a:pt x="205" y="261"/>
                </a:cubicBezTo>
                <a:cubicBezTo>
                  <a:pt x="209" y="255"/>
                  <a:pt x="213" y="247"/>
                  <a:pt x="217" y="238"/>
                </a:cubicBezTo>
                <a:cubicBezTo>
                  <a:pt x="222" y="230"/>
                  <a:pt x="226" y="221"/>
                  <a:pt x="228" y="213"/>
                </a:cubicBezTo>
                <a:cubicBezTo>
                  <a:pt x="230" y="204"/>
                  <a:pt x="232" y="196"/>
                  <a:pt x="233" y="189"/>
                </a:cubicBezTo>
                <a:cubicBezTo>
                  <a:pt x="235" y="181"/>
                  <a:pt x="236" y="172"/>
                  <a:pt x="236" y="162"/>
                </a:cubicBezTo>
                <a:cubicBezTo>
                  <a:pt x="236" y="128"/>
                  <a:pt x="227" y="99"/>
                  <a:pt x="209" y="75"/>
                </a:cubicBezTo>
                <a:cubicBezTo>
                  <a:pt x="190" y="50"/>
                  <a:pt x="165" y="38"/>
                  <a:pt x="131" y="38"/>
                </a:cubicBezTo>
                <a:cubicBezTo>
                  <a:pt x="113" y="38"/>
                  <a:pt x="97" y="42"/>
                  <a:pt x="83" y="51"/>
                </a:cubicBezTo>
                <a:cubicBezTo>
                  <a:pt x="70" y="61"/>
                  <a:pt x="61" y="69"/>
                  <a:pt x="55" y="78"/>
                </a:cubicBezTo>
                <a:cubicBezTo>
                  <a:pt x="50" y="86"/>
                  <a:pt x="47" y="92"/>
                  <a:pt x="47" y="93"/>
                </a:cubicBezTo>
                <a:cubicBezTo>
                  <a:pt x="47" y="94"/>
                  <a:pt x="49" y="94"/>
                  <a:pt x="51" y="94"/>
                </a:cubicBezTo>
                <a:cubicBezTo>
                  <a:pt x="61" y="94"/>
                  <a:pt x="71" y="98"/>
                  <a:pt x="81" y="105"/>
                </a:cubicBezTo>
                <a:cubicBezTo>
                  <a:pt x="91" y="113"/>
                  <a:pt x="96" y="125"/>
                  <a:pt x="96" y="142"/>
                </a:cubicBezTo>
                <a:cubicBezTo>
                  <a:pt x="96" y="155"/>
                  <a:pt x="92" y="167"/>
                  <a:pt x="83" y="176"/>
                </a:cubicBezTo>
                <a:cubicBezTo>
                  <a:pt x="75" y="185"/>
                  <a:pt x="63" y="190"/>
                  <a:pt x="47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6825240" y="337680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2" y="409"/>
                </a:moveTo>
                <a:cubicBezTo>
                  <a:pt x="92" y="422"/>
                  <a:pt x="88" y="433"/>
                  <a:pt x="79" y="441"/>
                </a:cubicBezTo>
                <a:cubicBezTo>
                  <a:pt x="71" y="450"/>
                  <a:pt x="60" y="454"/>
                  <a:pt x="48" y="454"/>
                </a:cubicBezTo>
                <a:lnTo>
                  <a:pt x="42" y="454"/>
                </a:lnTo>
                <a:cubicBezTo>
                  <a:pt x="67" y="496"/>
                  <a:pt x="100" y="517"/>
                  <a:pt x="140" y="517"/>
                </a:cubicBezTo>
                <a:cubicBezTo>
                  <a:pt x="178" y="517"/>
                  <a:pt x="205" y="501"/>
                  <a:pt x="222" y="469"/>
                </a:cubicBezTo>
                <a:cubicBezTo>
                  <a:pt x="232" y="452"/>
                  <a:pt x="237" y="417"/>
                  <a:pt x="237" y="367"/>
                </a:cubicBezTo>
                <a:cubicBezTo>
                  <a:pt x="237" y="312"/>
                  <a:pt x="230" y="275"/>
                  <a:pt x="216" y="254"/>
                </a:cubicBezTo>
                <a:cubicBezTo>
                  <a:pt x="202" y="237"/>
                  <a:pt x="186" y="228"/>
                  <a:pt x="169" y="228"/>
                </a:cubicBezTo>
                <a:lnTo>
                  <a:pt x="164" y="228"/>
                </a:lnTo>
                <a:cubicBezTo>
                  <a:pt x="123" y="228"/>
                  <a:pt x="91" y="246"/>
                  <a:pt x="70" y="283"/>
                </a:cubicBezTo>
                <a:cubicBezTo>
                  <a:pt x="68" y="287"/>
                  <a:pt x="66" y="289"/>
                  <a:pt x="64" y="290"/>
                </a:cubicBezTo>
                <a:cubicBezTo>
                  <a:pt x="63" y="290"/>
                  <a:pt x="58" y="291"/>
                  <a:pt x="52" y="291"/>
                </a:cubicBezTo>
                <a:cubicBezTo>
                  <a:pt x="43" y="291"/>
                  <a:pt x="38" y="290"/>
                  <a:pt x="37" y="287"/>
                </a:cubicBezTo>
                <a:cubicBezTo>
                  <a:pt x="36" y="284"/>
                  <a:pt x="35" y="237"/>
                  <a:pt x="35" y="145"/>
                </a:cubicBezTo>
                <a:lnTo>
                  <a:pt x="35" y="42"/>
                </a:lnTo>
                <a:cubicBezTo>
                  <a:pt x="35" y="15"/>
                  <a:pt x="37" y="2"/>
                  <a:pt x="39" y="2"/>
                </a:cubicBezTo>
                <a:cubicBezTo>
                  <a:pt x="40" y="1"/>
                  <a:pt x="41" y="0"/>
                  <a:pt x="42" y="0"/>
                </a:cubicBezTo>
                <a:cubicBezTo>
                  <a:pt x="43" y="0"/>
                  <a:pt x="49" y="2"/>
                  <a:pt x="59" y="7"/>
                </a:cubicBezTo>
                <a:cubicBezTo>
                  <a:pt x="70" y="11"/>
                  <a:pt x="85" y="15"/>
                  <a:pt x="103" y="19"/>
                </a:cubicBezTo>
                <a:cubicBezTo>
                  <a:pt x="122" y="24"/>
                  <a:pt x="142" y="26"/>
                  <a:pt x="164" y="26"/>
                </a:cubicBezTo>
                <a:cubicBezTo>
                  <a:pt x="201" y="26"/>
                  <a:pt x="238" y="18"/>
                  <a:pt x="273" y="3"/>
                </a:cubicBezTo>
                <a:cubicBezTo>
                  <a:pt x="277" y="1"/>
                  <a:pt x="280" y="0"/>
                  <a:pt x="283" y="0"/>
                </a:cubicBezTo>
                <a:cubicBezTo>
                  <a:pt x="287" y="0"/>
                  <a:pt x="289" y="5"/>
                  <a:pt x="289" y="15"/>
                </a:cubicBezTo>
                <a:lnTo>
                  <a:pt x="289" y="25"/>
                </a:lnTo>
                <a:cubicBezTo>
                  <a:pt x="246" y="77"/>
                  <a:pt x="191" y="103"/>
                  <a:pt x="125" y="103"/>
                </a:cubicBezTo>
                <a:cubicBezTo>
                  <a:pt x="108" y="103"/>
                  <a:pt x="94" y="101"/>
                  <a:pt x="80" y="98"/>
                </a:cubicBezTo>
                <a:lnTo>
                  <a:pt x="72" y="96"/>
                </a:lnTo>
                <a:lnTo>
                  <a:pt x="72" y="234"/>
                </a:lnTo>
                <a:cubicBezTo>
                  <a:pt x="82" y="227"/>
                  <a:pt x="90" y="221"/>
                  <a:pt x="96" y="217"/>
                </a:cubicBezTo>
                <a:cubicBezTo>
                  <a:pt x="102" y="212"/>
                  <a:pt x="112" y="208"/>
                  <a:pt x="125" y="204"/>
                </a:cubicBezTo>
                <a:cubicBezTo>
                  <a:pt x="138" y="200"/>
                  <a:pt x="152" y="197"/>
                  <a:pt x="166" y="197"/>
                </a:cubicBezTo>
                <a:cubicBezTo>
                  <a:pt x="209" y="197"/>
                  <a:pt x="246" y="215"/>
                  <a:pt x="276" y="249"/>
                </a:cubicBezTo>
                <a:cubicBezTo>
                  <a:pt x="306" y="285"/>
                  <a:pt x="321" y="326"/>
                  <a:pt x="321" y="374"/>
                </a:cubicBezTo>
                <a:cubicBezTo>
                  <a:pt x="321" y="423"/>
                  <a:pt x="304" y="465"/>
                  <a:pt x="269" y="500"/>
                </a:cubicBezTo>
                <a:cubicBezTo>
                  <a:pt x="235" y="535"/>
                  <a:pt x="193" y="552"/>
                  <a:pt x="144" y="553"/>
                </a:cubicBezTo>
                <a:cubicBezTo>
                  <a:pt x="101" y="553"/>
                  <a:pt x="66" y="538"/>
                  <a:pt x="40" y="509"/>
                </a:cubicBezTo>
                <a:cubicBezTo>
                  <a:pt x="13" y="481"/>
                  <a:pt x="0" y="448"/>
                  <a:pt x="0" y="412"/>
                </a:cubicBezTo>
                <a:cubicBezTo>
                  <a:pt x="0" y="399"/>
                  <a:pt x="3" y="389"/>
                  <a:pt x="9" y="381"/>
                </a:cubicBezTo>
                <a:cubicBezTo>
                  <a:pt x="14" y="374"/>
                  <a:pt x="21" y="369"/>
                  <a:pt x="28" y="367"/>
                </a:cubicBezTo>
                <a:cubicBezTo>
                  <a:pt x="34" y="365"/>
                  <a:pt x="41" y="363"/>
                  <a:pt x="46" y="363"/>
                </a:cubicBezTo>
                <a:cubicBezTo>
                  <a:pt x="60" y="363"/>
                  <a:pt x="71" y="368"/>
                  <a:pt x="79" y="377"/>
                </a:cubicBezTo>
                <a:cubicBezTo>
                  <a:pt x="88" y="386"/>
                  <a:pt x="92" y="397"/>
                  <a:pt x="92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061400" y="3427200"/>
            <a:ext cx="140040" cy="139680"/>
          </a:xfrm>
          <a:custGeom>
            <a:avLst/>
            <a:gdLst/>
            <a:ahLst/>
            <a:rect l="0" t="0" r="r" b="b"/>
            <a:pathLst>
              <a:path w="389" h="388">
                <a:moveTo>
                  <a:pt x="389" y="372"/>
                </a:moveTo>
                <a:cubicBezTo>
                  <a:pt x="389" y="382"/>
                  <a:pt x="383" y="388"/>
                  <a:pt x="372" y="388"/>
                </a:cubicBezTo>
                <a:cubicBezTo>
                  <a:pt x="369" y="388"/>
                  <a:pt x="363" y="384"/>
                  <a:pt x="354" y="375"/>
                </a:cubicBezTo>
                <a:cubicBezTo>
                  <a:pt x="345" y="366"/>
                  <a:pt x="320" y="342"/>
                  <a:pt x="278" y="299"/>
                </a:cubicBezTo>
                <a:lnTo>
                  <a:pt x="194" y="216"/>
                </a:lnTo>
                <a:lnTo>
                  <a:pt x="110" y="300"/>
                </a:lnTo>
                <a:cubicBezTo>
                  <a:pt x="54" y="357"/>
                  <a:pt x="25" y="385"/>
                  <a:pt x="23" y="386"/>
                </a:cubicBezTo>
                <a:cubicBezTo>
                  <a:pt x="21" y="387"/>
                  <a:pt x="19" y="388"/>
                  <a:pt x="17" y="388"/>
                </a:cubicBezTo>
                <a:cubicBezTo>
                  <a:pt x="13" y="388"/>
                  <a:pt x="9" y="386"/>
                  <a:pt x="6" y="383"/>
                </a:cubicBezTo>
                <a:cubicBezTo>
                  <a:pt x="3" y="380"/>
                  <a:pt x="1" y="376"/>
                  <a:pt x="0" y="372"/>
                </a:cubicBezTo>
                <a:cubicBezTo>
                  <a:pt x="0" y="368"/>
                  <a:pt x="4" y="362"/>
                  <a:pt x="12" y="354"/>
                </a:cubicBezTo>
                <a:cubicBezTo>
                  <a:pt x="19" y="346"/>
                  <a:pt x="44" y="320"/>
                  <a:pt x="87" y="277"/>
                </a:cubicBezTo>
                <a:lnTo>
                  <a:pt x="170" y="194"/>
                </a:lnTo>
                <a:lnTo>
                  <a:pt x="87" y="110"/>
                </a:lnTo>
                <a:cubicBezTo>
                  <a:pt x="44" y="67"/>
                  <a:pt x="19" y="42"/>
                  <a:pt x="12" y="34"/>
                </a:cubicBezTo>
                <a:cubicBezTo>
                  <a:pt x="5" y="27"/>
                  <a:pt x="1" y="21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3"/>
                  <a:pt x="12" y="1"/>
                  <a:pt x="17" y="1"/>
                </a:cubicBezTo>
                <a:cubicBezTo>
                  <a:pt x="20" y="1"/>
                  <a:pt x="22" y="2"/>
                  <a:pt x="23" y="2"/>
                </a:cubicBezTo>
                <a:cubicBezTo>
                  <a:pt x="25" y="3"/>
                  <a:pt x="54" y="31"/>
                  <a:pt x="110" y="87"/>
                </a:cubicBezTo>
                <a:lnTo>
                  <a:pt x="194" y="171"/>
                </a:lnTo>
                <a:lnTo>
                  <a:pt x="278" y="88"/>
                </a:lnTo>
                <a:cubicBezTo>
                  <a:pt x="320" y="47"/>
                  <a:pt x="345" y="22"/>
                  <a:pt x="354" y="13"/>
                </a:cubicBezTo>
                <a:cubicBezTo>
                  <a:pt x="363" y="5"/>
                  <a:pt x="369" y="0"/>
                  <a:pt x="372" y="0"/>
                </a:cubicBezTo>
                <a:cubicBezTo>
                  <a:pt x="383" y="0"/>
                  <a:pt x="389" y="6"/>
                  <a:pt x="389" y="16"/>
                </a:cubicBezTo>
                <a:cubicBezTo>
                  <a:pt x="389" y="20"/>
                  <a:pt x="386" y="25"/>
                  <a:pt x="381" y="31"/>
                </a:cubicBezTo>
                <a:cubicBezTo>
                  <a:pt x="375" y="37"/>
                  <a:pt x="349" y="63"/>
                  <a:pt x="301" y="109"/>
                </a:cubicBezTo>
                <a:lnTo>
                  <a:pt x="218" y="194"/>
                </a:lnTo>
                <a:lnTo>
                  <a:pt x="301" y="278"/>
                </a:lnTo>
                <a:cubicBezTo>
                  <a:pt x="347" y="324"/>
                  <a:pt x="373" y="350"/>
                  <a:pt x="379" y="357"/>
                </a:cubicBezTo>
                <a:cubicBezTo>
                  <a:pt x="385" y="364"/>
                  <a:pt x="389" y="369"/>
                  <a:pt x="389" y="37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321680" y="3368880"/>
            <a:ext cx="146520" cy="203760"/>
          </a:xfrm>
          <a:custGeom>
            <a:avLst/>
            <a:gdLst/>
            <a:ahLst/>
            <a:rect l="0" t="0" r="r" b="b"/>
            <a:pathLst>
              <a:path w="407" h="566">
                <a:moveTo>
                  <a:pt x="71" y="9"/>
                </a:moveTo>
                <a:cubicBezTo>
                  <a:pt x="72" y="9"/>
                  <a:pt x="91" y="7"/>
                  <a:pt x="129" y="5"/>
                </a:cubicBezTo>
                <a:cubicBezTo>
                  <a:pt x="168" y="2"/>
                  <a:pt x="187" y="0"/>
                  <a:pt x="188" y="0"/>
                </a:cubicBezTo>
                <a:cubicBezTo>
                  <a:pt x="195" y="0"/>
                  <a:pt x="198" y="2"/>
                  <a:pt x="198" y="7"/>
                </a:cubicBezTo>
                <a:cubicBezTo>
                  <a:pt x="198" y="13"/>
                  <a:pt x="188" y="53"/>
                  <a:pt x="169" y="128"/>
                </a:cubicBezTo>
                <a:cubicBezTo>
                  <a:pt x="148" y="207"/>
                  <a:pt x="138" y="247"/>
                  <a:pt x="138" y="249"/>
                </a:cubicBezTo>
                <a:cubicBezTo>
                  <a:pt x="138" y="250"/>
                  <a:pt x="140" y="249"/>
                  <a:pt x="143" y="245"/>
                </a:cubicBezTo>
                <a:cubicBezTo>
                  <a:pt x="177" y="216"/>
                  <a:pt x="212" y="202"/>
                  <a:pt x="249" y="202"/>
                </a:cubicBezTo>
                <a:cubicBezTo>
                  <a:pt x="277" y="202"/>
                  <a:pt x="301" y="209"/>
                  <a:pt x="318" y="223"/>
                </a:cubicBezTo>
                <a:cubicBezTo>
                  <a:pt x="336" y="238"/>
                  <a:pt x="345" y="259"/>
                  <a:pt x="346" y="287"/>
                </a:cubicBezTo>
                <a:cubicBezTo>
                  <a:pt x="346" y="314"/>
                  <a:pt x="335" y="356"/>
                  <a:pt x="315" y="413"/>
                </a:cubicBezTo>
                <a:cubicBezTo>
                  <a:pt x="295" y="471"/>
                  <a:pt x="285" y="505"/>
                  <a:pt x="285" y="516"/>
                </a:cubicBezTo>
                <a:cubicBezTo>
                  <a:pt x="285" y="523"/>
                  <a:pt x="287" y="529"/>
                  <a:pt x="289" y="532"/>
                </a:cubicBezTo>
                <a:cubicBezTo>
                  <a:pt x="291" y="535"/>
                  <a:pt x="295" y="536"/>
                  <a:pt x="301" y="536"/>
                </a:cubicBezTo>
                <a:cubicBezTo>
                  <a:pt x="316" y="536"/>
                  <a:pt x="330" y="527"/>
                  <a:pt x="342" y="511"/>
                </a:cubicBezTo>
                <a:cubicBezTo>
                  <a:pt x="355" y="495"/>
                  <a:pt x="366" y="473"/>
                  <a:pt x="374" y="445"/>
                </a:cubicBezTo>
                <a:cubicBezTo>
                  <a:pt x="375" y="440"/>
                  <a:pt x="377" y="436"/>
                  <a:pt x="378" y="435"/>
                </a:cubicBezTo>
                <a:cubicBezTo>
                  <a:pt x="380" y="434"/>
                  <a:pt x="384" y="433"/>
                  <a:pt x="391" y="433"/>
                </a:cubicBezTo>
                <a:cubicBezTo>
                  <a:pt x="402" y="433"/>
                  <a:pt x="407" y="436"/>
                  <a:pt x="407" y="440"/>
                </a:cubicBezTo>
                <a:cubicBezTo>
                  <a:pt x="407" y="440"/>
                  <a:pt x="406" y="444"/>
                  <a:pt x="404" y="452"/>
                </a:cubicBezTo>
                <a:cubicBezTo>
                  <a:pt x="396" y="483"/>
                  <a:pt x="382" y="509"/>
                  <a:pt x="363" y="531"/>
                </a:cubicBezTo>
                <a:cubicBezTo>
                  <a:pt x="345" y="554"/>
                  <a:pt x="323" y="565"/>
                  <a:pt x="298" y="565"/>
                </a:cubicBezTo>
                <a:lnTo>
                  <a:pt x="294" y="565"/>
                </a:lnTo>
                <a:cubicBezTo>
                  <a:pt x="269" y="565"/>
                  <a:pt x="251" y="558"/>
                  <a:pt x="240" y="543"/>
                </a:cubicBezTo>
                <a:cubicBezTo>
                  <a:pt x="229" y="528"/>
                  <a:pt x="223" y="513"/>
                  <a:pt x="223" y="497"/>
                </a:cubicBezTo>
                <a:cubicBezTo>
                  <a:pt x="223" y="488"/>
                  <a:pt x="233" y="457"/>
                  <a:pt x="252" y="402"/>
                </a:cubicBezTo>
                <a:cubicBezTo>
                  <a:pt x="271" y="348"/>
                  <a:pt x="281" y="307"/>
                  <a:pt x="281" y="279"/>
                </a:cubicBezTo>
                <a:cubicBezTo>
                  <a:pt x="281" y="248"/>
                  <a:pt x="270" y="232"/>
                  <a:pt x="246" y="232"/>
                </a:cubicBezTo>
                <a:lnTo>
                  <a:pt x="242" y="232"/>
                </a:lnTo>
                <a:cubicBezTo>
                  <a:pt x="198" y="232"/>
                  <a:pt x="158" y="258"/>
                  <a:pt x="126" y="311"/>
                </a:cubicBezTo>
                <a:lnTo>
                  <a:pt x="120" y="321"/>
                </a:lnTo>
                <a:lnTo>
                  <a:pt x="93" y="429"/>
                </a:lnTo>
                <a:cubicBezTo>
                  <a:pt x="76" y="499"/>
                  <a:pt x="66" y="538"/>
                  <a:pt x="63" y="544"/>
                </a:cubicBezTo>
                <a:cubicBezTo>
                  <a:pt x="56" y="559"/>
                  <a:pt x="44" y="566"/>
                  <a:pt x="28" y="566"/>
                </a:cubicBezTo>
                <a:cubicBezTo>
                  <a:pt x="20" y="566"/>
                  <a:pt x="14" y="563"/>
                  <a:pt x="9" y="559"/>
                </a:cubicBezTo>
                <a:cubicBezTo>
                  <a:pt x="3" y="554"/>
                  <a:pt x="0" y="549"/>
                  <a:pt x="0" y="544"/>
                </a:cubicBezTo>
                <a:cubicBezTo>
                  <a:pt x="0" y="537"/>
                  <a:pt x="19" y="454"/>
                  <a:pt x="58" y="300"/>
                </a:cubicBezTo>
                <a:lnTo>
                  <a:pt x="118" y="62"/>
                </a:lnTo>
                <a:cubicBezTo>
                  <a:pt x="118" y="55"/>
                  <a:pt x="116" y="51"/>
                  <a:pt x="112" y="49"/>
                </a:cubicBezTo>
                <a:cubicBezTo>
                  <a:pt x="108" y="48"/>
                  <a:pt x="98" y="46"/>
                  <a:pt x="81" y="45"/>
                </a:cubicBezTo>
                <a:lnTo>
                  <a:pt x="64" y="45"/>
                </a:lnTo>
                <a:cubicBezTo>
                  <a:pt x="61" y="42"/>
                  <a:pt x="59" y="40"/>
                  <a:pt x="59" y="39"/>
                </a:cubicBezTo>
                <a:cubicBezTo>
                  <a:pt x="59" y="38"/>
                  <a:pt x="60" y="33"/>
                  <a:pt x="61" y="24"/>
                </a:cubicBezTo>
                <a:cubicBezTo>
                  <a:pt x="63" y="14"/>
                  <a:pt x="67" y="9"/>
                  <a:pt x="71" y="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489800" y="335268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4" y="1"/>
                </a:moveTo>
                <a:lnTo>
                  <a:pt x="7" y="0"/>
                </a:lnTo>
                <a:cubicBezTo>
                  <a:pt x="10" y="0"/>
                  <a:pt x="13" y="0"/>
                  <a:pt x="15" y="0"/>
                </a:cubicBezTo>
                <a:lnTo>
                  <a:pt x="25" y="0"/>
                </a:lnTo>
                <a:lnTo>
                  <a:pt x="47" y="19"/>
                </a:lnTo>
                <a:cubicBezTo>
                  <a:pt x="98" y="64"/>
                  <a:pt x="135" y="121"/>
                  <a:pt x="158" y="189"/>
                </a:cubicBezTo>
                <a:cubicBezTo>
                  <a:pt x="181" y="257"/>
                  <a:pt x="193" y="327"/>
                  <a:pt x="193" y="401"/>
                </a:cubicBezTo>
                <a:cubicBezTo>
                  <a:pt x="193" y="437"/>
                  <a:pt x="190" y="472"/>
                  <a:pt x="185" y="506"/>
                </a:cubicBezTo>
                <a:cubicBezTo>
                  <a:pt x="179" y="539"/>
                  <a:pt x="173" y="568"/>
                  <a:pt x="166" y="591"/>
                </a:cubicBezTo>
                <a:cubicBezTo>
                  <a:pt x="159" y="615"/>
                  <a:pt x="149" y="638"/>
                  <a:pt x="137" y="662"/>
                </a:cubicBezTo>
                <a:cubicBezTo>
                  <a:pt x="124" y="685"/>
                  <a:pt x="114" y="704"/>
                  <a:pt x="105" y="717"/>
                </a:cubicBezTo>
                <a:cubicBezTo>
                  <a:pt x="98" y="729"/>
                  <a:pt x="87" y="743"/>
                  <a:pt x="72" y="758"/>
                </a:cubicBezTo>
                <a:cubicBezTo>
                  <a:pt x="58" y="773"/>
                  <a:pt x="49" y="781"/>
                  <a:pt x="47" y="784"/>
                </a:cubicBezTo>
                <a:cubicBezTo>
                  <a:pt x="44" y="787"/>
                  <a:pt x="38" y="792"/>
                  <a:pt x="28" y="799"/>
                </a:cubicBezTo>
                <a:cubicBezTo>
                  <a:pt x="27" y="801"/>
                  <a:pt x="26" y="802"/>
                  <a:pt x="25" y="802"/>
                </a:cubicBezTo>
                <a:lnTo>
                  <a:pt x="15" y="802"/>
                </a:lnTo>
                <a:cubicBezTo>
                  <a:pt x="11" y="802"/>
                  <a:pt x="8" y="802"/>
                  <a:pt x="7" y="802"/>
                </a:cubicBezTo>
                <a:cubicBezTo>
                  <a:pt x="5" y="802"/>
                  <a:pt x="4" y="802"/>
                  <a:pt x="3" y="800"/>
                </a:cubicBezTo>
                <a:cubicBezTo>
                  <a:pt x="2" y="798"/>
                  <a:pt x="1" y="796"/>
                  <a:pt x="0" y="793"/>
                </a:cubicBezTo>
                <a:cubicBezTo>
                  <a:pt x="1" y="792"/>
                  <a:pt x="4" y="789"/>
                  <a:pt x="9" y="782"/>
                </a:cubicBezTo>
                <a:cubicBezTo>
                  <a:pt x="92" y="695"/>
                  <a:pt x="134" y="568"/>
                  <a:pt x="134" y="401"/>
                </a:cubicBezTo>
                <a:cubicBezTo>
                  <a:pt x="134" y="233"/>
                  <a:pt x="92" y="106"/>
                  <a:pt x="9" y="20"/>
                </a:cubicBezTo>
                <a:cubicBezTo>
                  <a:pt x="4" y="13"/>
                  <a:pt x="1" y="10"/>
                  <a:pt x="0" y="9"/>
                </a:cubicBezTo>
                <a:cubicBezTo>
                  <a:pt x="0" y="5"/>
                  <a:pt x="2" y="2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674480" y="3491280"/>
            <a:ext cx="176400" cy="11880"/>
          </a:xfrm>
          <a:custGeom>
            <a:avLst/>
            <a:gdLst/>
            <a:ahLst/>
            <a:rect l="0" t="0" r="r" b="b"/>
            <a:pathLst>
              <a:path w="490" h="33">
                <a:moveTo>
                  <a:pt x="0" y="27"/>
                </a:moveTo>
                <a:cubicBezTo>
                  <a:pt x="0" y="27"/>
                  <a:pt x="0" y="24"/>
                  <a:pt x="0" y="17"/>
                </a:cubicBezTo>
                <a:cubicBezTo>
                  <a:pt x="0" y="9"/>
                  <a:pt x="4" y="3"/>
                  <a:pt x="12" y="0"/>
                </a:cubicBezTo>
                <a:lnTo>
                  <a:pt x="478" y="0"/>
                </a:lnTo>
                <a:cubicBezTo>
                  <a:pt x="486" y="4"/>
                  <a:pt x="490" y="9"/>
                  <a:pt x="490" y="17"/>
                </a:cubicBezTo>
                <a:cubicBezTo>
                  <a:pt x="490" y="23"/>
                  <a:pt x="486" y="28"/>
                  <a:pt x="478" y="33"/>
                </a:cubicBezTo>
                <a:lnTo>
                  <a:pt x="12" y="33"/>
                </a:lnTo>
                <a:cubicBezTo>
                  <a:pt x="4" y="29"/>
                  <a:pt x="0" y="24"/>
                  <a:pt x="0" y="17"/>
                </a:cubicBezTo>
                <a:lnTo>
                  <a:pt x="0" y="2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966080" y="335268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0" y="401"/>
                </a:moveTo>
                <a:cubicBezTo>
                  <a:pt x="0" y="364"/>
                  <a:pt x="3" y="329"/>
                  <a:pt x="8" y="296"/>
                </a:cubicBezTo>
                <a:cubicBezTo>
                  <a:pt x="14" y="262"/>
                  <a:pt x="20" y="234"/>
                  <a:pt x="27" y="210"/>
                </a:cubicBezTo>
                <a:cubicBezTo>
                  <a:pt x="34" y="186"/>
                  <a:pt x="43" y="162"/>
                  <a:pt x="56" y="139"/>
                </a:cubicBezTo>
                <a:cubicBezTo>
                  <a:pt x="69" y="116"/>
                  <a:pt x="79" y="98"/>
                  <a:pt x="87" y="86"/>
                </a:cubicBezTo>
                <a:cubicBezTo>
                  <a:pt x="94" y="73"/>
                  <a:pt x="105" y="59"/>
                  <a:pt x="120" y="44"/>
                </a:cubicBezTo>
                <a:cubicBezTo>
                  <a:pt x="136" y="29"/>
                  <a:pt x="145" y="20"/>
                  <a:pt x="148" y="17"/>
                </a:cubicBezTo>
                <a:cubicBezTo>
                  <a:pt x="151" y="13"/>
                  <a:pt x="157" y="8"/>
                  <a:pt x="168" y="0"/>
                </a:cubicBezTo>
                <a:lnTo>
                  <a:pt x="178" y="0"/>
                </a:lnTo>
                <a:lnTo>
                  <a:pt x="182" y="0"/>
                </a:lnTo>
                <a:cubicBezTo>
                  <a:pt x="189" y="0"/>
                  <a:pt x="193" y="2"/>
                  <a:pt x="193" y="7"/>
                </a:cubicBezTo>
                <a:cubicBezTo>
                  <a:pt x="193" y="9"/>
                  <a:pt x="188" y="14"/>
                  <a:pt x="179" y="24"/>
                </a:cubicBezTo>
                <a:cubicBezTo>
                  <a:pt x="170" y="34"/>
                  <a:pt x="159" y="48"/>
                  <a:pt x="146" y="66"/>
                </a:cubicBezTo>
                <a:cubicBezTo>
                  <a:pt x="133" y="85"/>
                  <a:pt x="119" y="108"/>
                  <a:pt x="106" y="135"/>
                </a:cubicBezTo>
                <a:cubicBezTo>
                  <a:pt x="93" y="163"/>
                  <a:pt x="81" y="199"/>
                  <a:pt x="72" y="246"/>
                </a:cubicBezTo>
                <a:cubicBezTo>
                  <a:pt x="63" y="292"/>
                  <a:pt x="59" y="344"/>
                  <a:pt x="59" y="401"/>
                </a:cubicBezTo>
                <a:cubicBezTo>
                  <a:pt x="59" y="457"/>
                  <a:pt x="63" y="509"/>
                  <a:pt x="72" y="555"/>
                </a:cubicBezTo>
                <a:cubicBezTo>
                  <a:pt x="81" y="601"/>
                  <a:pt x="92" y="638"/>
                  <a:pt x="105" y="666"/>
                </a:cubicBezTo>
                <a:cubicBezTo>
                  <a:pt x="118" y="694"/>
                  <a:pt x="132" y="718"/>
                  <a:pt x="145" y="736"/>
                </a:cubicBezTo>
                <a:cubicBezTo>
                  <a:pt x="159" y="754"/>
                  <a:pt x="170" y="768"/>
                  <a:pt x="179" y="778"/>
                </a:cubicBezTo>
                <a:cubicBezTo>
                  <a:pt x="188" y="789"/>
                  <a:pt x="193" y="795"/>
                  <a:pt x="193" y="795"/>
                </a:cubicBezTo>
                <a:cubicBezTo>
                  <a:pt x="193" y="800"/>
                  <a:pt x="189" y="802"/>
                  <a:pt x="181" y="802"/>
                </a:cubicBezTo>
                <a:lnTo>
                  <a:pt x="178" y="802"/>
                </a:lnTo>
                <a:lnTo>
                  <a:pt x="168" y="802"/>
                </a:lnTo>
                <a:lnTo>
                  <a:pt x="145" y="783"/>
                </a:lnTo>
                <a:cubicBezTo>
                  <a:pt x="94" y="738"/>
                  <a:pt x="58" y="680"/>
                  <a:pt x="35" y="612"/>
                </a:cubicBezTo>
                <a:cubicBezTo>
                  <a:pt x="12" y="544"/>
                  <a:pt x="0" y="474"/>
                  <a:pt x="0" y="40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8065800" y="337680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2" y="409"/>
                </a:moveTo>
                <a:cubicBezTo>
                  <a:pt x="92" y="422"/>
                  <a:pt x="88" y="433"/>
                  <a:pt x="78" y="441"/>
                </a:cubicBezTo>
                <a:cubicBezTo>
                  <a:pt x="70" y="450"/>
                  <a:pt x="59" y="454"/>
                  <a:pt x="47" y="454"/>
                </a:cubicBezTo>
                <a:lnTo>
                  <a:pt x="41" y="454"/>
                </a:lnTo>
                <a:cubicBezTo>
                  <a:pt x="66" y="496"/>
                  <a:pt x="100" y="517"/>
                  <a:pt x="140" y="517"/>
                </a:cubicBezTo>
                <a:cubicBezTo>
                  <a:pt x="178" y="517"/>
                  <a:pt x="205" y="501"/>
                  <a:pt x="222" y="469"/>
                </a:cubicBezTo>
                <a:cubicBezTo>
                  <a:pt x="232" y="452"/>
                  <a:pt x="237" y="417"/>
                  <a:pt x="237" y="367"/>
                </a:cubicBezTo>
                <a:cubicBezTo>
                  <a:pt x="237" y="312"/>
                  <a:pt x="230" y="275"/>
                  <a:pt x="216" y="254"/>
                </a:cubicBezTo>
                <a:cubicBezTo>
                  <a:pt x="202" y="237"/>
                  <a:pt x="186" y="228"/>
                  <a:pt x="169" y="228"/>
                </a:cubicBezTo>
                <a:lnTo>
                  <a:pt x="164" y="228"/>
                </a:lnTo>
                <a:cubicBezTo>
                  <a:pt x="123" y="228"/>
                  <a:pt x="91" y="246"/>
                  <a:pt x="69" y="283"/>
                </a:cubicBezTo>
                <a:cubicBezTo>
                  <a:pt x="67" y="287"/>
                  <a:pt x="65" y="289"/>
                  <a:pt x="63" y="290"/>
                </a:cubicBezTo>
                <a:cubicBezTo>
                  <a:pt x="61" y="290"/>
                  <a:pt x="57" y="291"/>
                  <a:pt x="51" y="291"/>
                </a:cubicBezTo>
                <a:cubicBezTo>
                  <a:pt x="42" y="291"/>
                  <a:pt x="37" y="290"/>
                  <a:pt x="36" y="287"/>
                </a:cubicBezTo>
                <a:cubicBezTo>
                  <a:pt x="35" y="284"/>
                  <a:pt x="34" y="237"/>
                  <a:pt x="34" y="145"/>
                </a:cubicBezTo>
                <a:lnTo>
                  <a:pt x="34" y="42"/>
                </a:lnTo>
                <a:cubicBezTo>
                  <a:pt x="34" y="15"/>
                  <a:pt x="36" y="2"/>
                  <a:pt x="38" y="2"/>
                </a:cubicBezTo>
                <a:cubicBezTo>
                  <a:pt x="39" y="1"/>
                  <a:pt x="40" y="0"/>
                  <a:pt x="41" y="0"/>
                </a:cubicBezTo>
                <a:cubicBezTo>
                  <a:pt x="42" y="0"/>
                  <a:pt x="48" y="2"/>
                  <a:pt x="58" y="7"/>
                </a:cubicBezTo>
                <a:cubicBezTo>
                  <a:pt x="69" y="11"/>
                  <a:pt x="84" y="15"/>
                  <a:pt x="103" y="19"/>
                </a:cubicBezTo>
                <a:cubicBezTo>
                  <a:pt x="122" y="24"/>
                  <a:pt x="142" y="26"/>
                  <a:pt x="163" y="26"/>
                </a:cubicBezTo>
                <a:cubicBezTo>
                  <a:pt x="201" y="26"/>
                  <a:pt x="238" y="18"/>
                  <a:pt x="272" y="3"/>
                </a:cubicBezTo>
                <a:cubicBezTo>
                  <a:pt x="277" y="1"/>
                  <a:pt x="280" y="0"/>
                  <a:pt x="283" y="0"/>
                </a:cubicBezTo>
                <a:cubicBezTo>
                  <a:pt x="287" y="0"/>
                  <a:pt x="289" y="5"/>
                  <a:pt x="289" y="15"/>
                </a:cubicBezTo>
                <a:lnTo>
                  <a:pt x="289" y="25"/>
                </a:lnTo>
                <a:cubicBezTo>
                  <a:pt x="245" y="77"/>
                  <a:pt x="191" y="103"/>
                  <a:pt x="125" y="103"/>
                </a:cubicBezTo>
                <a:cubicBezTo>
                  <a:pt x="108" y="103"/>
                  <a:pt x="93" y="101"/>
                  <a:pt x="79" y="98"/>
                </a:cubicBezTo>
                <a:lnTo>
                  <a:pt x="71" y="96"/>
                </a:lnTo>
                <a:lnTo>
                  <a:pt x="71" y="234"/>
                </a:lnTo>
                <a:cubicBezTo>
                  <a:pt x="81" y="227"/>
                  <a:pt x="90" y="221"/>
                  <a:pt x="96" y="217"/>
                </a:cubicBezTo>
                <a:cubicBezTo>
                  <a:pt x="102" y="212"/>
                  <a:pt x="112" y="208"/>
                  <a:pt x="125" y="204"/>
                </a:cubicBezTo>
                <a:cubicBezTo>
                  <a:pt x="138" y="200"/>
                  <a:pt x="152" y="197"/>
                  <a:pt x="166" y="197"/>
                </a:cubicBezTo>
                <a:cubicBezTo>
                  <a:pt x="209" y="197"/>
                  <a:pt x="246" y="215"/>
                  <a:pt x="276" y="249"/>
                </a:cubicBezTo>
                <a:cubicBezTo>
                  <a:pt x="306" y="285"/>
                  <a:pt x="321" y="326"/>
                  <a:pt x="321" y="374"/>
                </a:cubicBezTo>
                <a:cubicBezTo>
                  <a:pt x="321" y="423"/>
                  <a:pt x="303" y="465"/>
                  <a:pt x="269" y="500"/>
                </a:cubicBezTo>
                <a:cubicBezTo>
                  <a:pt x="235" y="535"/>
                  <a:pt x="193" y="552"/>
                  <a:pt x="144" y="553"/>
                </a:cubicBezTo>
                <a:cubicBezTo>
                  <a:pt x="101" y="553"/>
                  <a:pt x="65" y="538"/>
                  <a:pt x="39" y="509"/>
                </a:cubicBezTo>
                <a:cubicBezTo>
                  <a:pt x="13" y="481"/>
                  <a:pt x="0" y="448"/>
                  <a:pt x="0" y="412"/>
                </a:cubicBezTo>
                <a:cubicBezTo>
                  <a:pt x="0" y="399"/>
                  <a:pt x="3" y="389"/>
                  <a:pt x="9" y="381"/>
                </a:cubicBezTo>
                <a:cubicBezTo>
                  <a:pt x="14" y="374"/>
                  <a:pt x="21" y="369"/>
                  <a:pt x="27" y="367"/>
                </a:cubicBezTo>
                <a:cubicBezTo>
                  <a:pt x="33" y="365"/>
                  <a:pt x="40" y="363"/>
                  <a:pt x="45" y="363"/>
                </a:cubicBezTo>
                <a:cubicBezTo>
                  <a:pt x="59" y="363"/>
                  <a:pt x="70" y="368"/>
                  <a:pt x="78" y="377"/>
                </a:cubicBezTo>
                <a:cubicBezTo>
                  <a:pt x="88" y="386"/>
                  <a:pt x="92" y="397"/>
                  <a:pt x="92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301960" y="3427200"/>
            <a:ext cx="140040" cy="139680"/>
          </a:xfrm>
          <a:custGeom>
            <a:avLst/>
            <a:gdLst/>
            <a:ahLst/>
            <a:rect l="0" t="0" r="r" b="b"/>
            <a:pathLst>
              <a:path w="389" h="388">
                <a:moveTo>
                  <a:pt x="389" y="372"/>
                </a:moveTo>
                <a:cubicBezTo>
                  <a:pt x="389" y="382"/>
                  <a:pt x="383" y="388"/>
                  <a:pt x="372" y="388"/>
                </a:cubicBezTo>
                <a:cubicBezTo>
                  <a:pt x="369" y="388"/>
                  <a:pt x="363" y="384"/>
                  <a:pt x="354" y="375"/>
                </a:cubicBezTo>
                <a:cubicBezTo>
                  <a:pt x="344" y="366"/>
                  <a:pt x="319" y="342"/>
                  <a:pt x="278" y="299"/>
                </a:cubicBezTo>
                <a:lnTo>
                  <a:pt x="194" y="216"/>
                </a:lnTo>
                <a:lnTo>
                  <a:pt x="110" y="300"/>
                </a:lnTo>
                <a:cubicBezTo>
                  <a:pt x="54" y="357"/>
                  <a:pt x="25" y="385"/>
                  <a:pt x="23" y="386"/>
                </a:cubicBezTo>
                <a:cubicBezTo>
                  <a:pt x="21" y="387"/>
                  <a:pt x="19" y="388"/>
                  <a:pt x="17" y="388"/>
                </a:cubicBezTo>
                <a:cubicBezTo>
                  <a:pt x="13" y="388"/>
                  <a:pt x="9" y="386"/>
                  <a:pt x="6" y="383"/>
                </a:cubicBezTo>
                <a:cubicBezTo>
                  <a:pt x="3" y="380"/>
                  <a:pt x="1" y="376"/>
                  <a:pt x="0" y="372"/>
                </a:cubicBezTo>
                <a:cubicBezTo>
                  <a:pt x="0" y="368"/>
                  <a:pt x="4" y="362"/>
                  <a:pt x="12" y="354"/>
                </a:cubicBezTo>
                <a:cubicBezTo>
                  <a:pt x="19" y="346"/>
                  <a:pt x="44" y="320"/>
                  <a:pt x="87" y="277"/>
                </a:cubicBezTo>
                <a:lnTo>
                  <a:pt x="170" y="194"/>
                </a:lnTo>
                <a:lnTo>
                  <a:pt x="87" y="110"/>
                </a:lnTo>
                <a:cubicBezTo>
                  <a:pt x="44" y="67"/>
                  <a:pt x="19" y="42"/>
                  <a:pt x="12" y="34"/>
                </a:cubicBezTo>
                <a:cubicBezTo>
                  <a:pt x="5" y="27"/>
                  <a:pt x="1" y="21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3"/>
                  <a:pt x="12" y="1"/>
                  <a:pt x="17" y="1"/>
                </a:cubicBezTo>
                <a:cubicBezTo>
                  <a:pt x="20" y="1"/>
                  <a:pt x="22" y="2"/>
                  <a:pt x="23" y="2"/>
                </a:cubicBezTo>
                <a:cubicBezTo>
                  <a:pt x="25" y="3"/>
                  <a:pt x="54" y="31"/>
                  <a:pt x="110" y="87"/>
                </a:cubicBezTo>
                <a:lnTo>
                  <a:pt x="194" y="171"/>
                </a:lnTo>
                <a:lnTo>
                  <a:pt x="278" y="88"/>
                </a:lnTo>
                <a:cubicBezTo>
                  <a:pt x="319" y="47"/>
                  <a:pt x="344" y="22"/>
                  <a:pt x="354" y="13"/>
                </a:cubicBezTo>
                <a:cubicBezTo>
                  <a:pt x="363" y="5"/>
                  <a:pt x="369" y="0"/>
                  <a:pt x="372" y="0"/>
                </a:cubicBezTo>
                <a:cubicBezTo>
                  <a:pt x="383" y="0"/>
                  <a:pt x="389" y="6"/>
                  <a:pt x="389" y="16"/>
                </a:cubicBezTo>
                <a:cubicBezTo>
                  <a:pt x="389" y="20"/>
                  <a:pt x="386" y="25"/>
                  <a:pt x="381" y="31"/>
                </a:cubicBezTo>
                <a:cubicBezTo>
                  <a:pt x="375" y="37"/>
                  <a:pt x="348" y="63"/>
                  <a:pt x="301" y="109"/>
                </a:cubicBezTo>
                <a:lnTo>
                  <a:pt x="218" y="194"/>
                </a:lnTo>
                <a:lnTo>
                  <a:pt x="301" y="278"/>
                </a:lnTo>
                <a:cubicBezTo>
                  <a:pt x="346" y="324"/>
                  <a:pt x="373" y="350"/>
                  <a:pt x="379" y="357"/>
                </a:cubicBezTo>
                <a:cubicBezTo>
                  <a:pt x="385" y="364"/>
                  <a:pt x="389" y="369"/>
                  <a:pt x="389" y="37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557920" y="3441960"/>
            <a:ext cx="136800" cy="130320"/>
          </a:xfrm>
          <a:custGeom>
            <a:avLst/>
            <a:gdLst/>
            <a:ahLst/>
            <a:rect l="0" t="0" r="r" b="b"/>
            <a:pathLst>
              <a:path w="380" h="362">
                <a:moveTo>
                  <a:pt x="0" y="228"/>
                </a:moveTo>
                <a:cubicBezTo>
                  <a:pt x="0" y="174"/>
                  <a:pt x="20" y="123"/>
                  <a:pt x="61" y="74"/>
                </a:cubicBezTo>
                <a:cubicBezTo>
                  <a:pt x="101" y="26"/>
                  <a:pt x="147" y="0"/>
                  <a:pt x="198" y="0"/>
                </a:cubicBezTo>
                <a:cubicBezTo>
                  <a:pt x="225" y="0"/>
                  <a:pt x="249" y="14"/>
                  <a:pt x="270" y="40"/>
                </a:cubicBezTo>
                <a:cubicBezTo>
                  <a:pt x="279" y="24"/>
                  <a:pt x="291" y="16"/>
                  <a:pt x="308" y="16"/>
                </a:cubicBezTo>
                <a:cubicBezTo>
                  <a:pt x="315" y="16"/>
                  <a:pt x="321" y="18"/>
                  <a:pt x="326" y="22"/>
                </a:cubicBezTo>
                <a:cubicBezTo>
                  <a:pt x="332" y="26"/>
                  <a:pt x="334" y="32"/>
                  <a:pt x="334" y="38"/>
                </a:cubicBezTo>
                <a:cubicBezTo>
                  <a:pt x="334" y="45"/>
                  <a:pt x="324" y="88"/>
                  <a:pt x="305" y="166"/>
                </a:cubicBezTo>
                <a:cubicBezTo>
                  <a:pt x="284" y="245"/>
                  <a:pt x="274" y="289"/>
                  <a:pt x="273" y="300"/>
                </a:cubicBezTo>
                <a:cubicBezTo>
                  <a:pt x="273" y="313"/>
                  <a:pt x="275" y="322"/>
                  <a:pt x="279" y="326"/>
                </a:cubicBezTo>
                <a:cubicBezTo>
                  <a:pt x="283" y="330"/>
                  <a:pt x="288" y="333"/>
                  <a:pt x="297" y="333"/>
                </a:cubicBezTo>
                <a:cubicBezTo>
                  <a:pt x="301" y="333"/>
                  <a:pt x="307" y="330"/>
                  <a:pt x="313" y="326"/>
                </a:cubicBezTo>
                <a:cubicBezTo>
                  <a:pt x="324" y="315"/>
                  <a:pt x="335" y="290"/>
                  <a:pt x="346" y="249"/>
                </a:cubicBezTo>
                <a:cubicBezTo>
                  <a:pt x="349" y="238"/>
                  <a:pt x="351" y="233"/>
                  <a:pt x="354" y="232"/>
                </a:cubicBezTo>
                <a:cubicBezTo>
                  <a:pt x="355" y="232"/>
                  <a:pt x="357" y="231"/>
                  <a:pt x="362" y="231"/>
                </a:cubicBezTo>
                <a:lnTo>
                  <a:pt x="365" y="231"/>
                </a:lnTo>
                <a:cubicBezTo>
                  <a:pt x="375" y="231"/>
                  <a:pt x="380" y="234"/>
                  <a:pt x="380" y="239"/>
                </a:cubicBezTo>
                <a:cubicBezTo>
                  <a:pt x="380" y="242"/>
                  <a:pt x="379" y="249"/>
                  <a:pt x="376" y="260"/>
                </a:cubicBezTo>
                <a:cubicBezTo>
                  <a:pt x="373" y="271"/>
                  <a:pt x="368" y="286"/>
                  <a:pt x="360" y="304"/>
                </a:cubicBezTo>
                <a:cubicBezTo>
                  <a:pt x="352" y="321"/>
                  <a:pt x="343" y="335"/>
                  <a:pt x="334" y="344"/>
                </a:cubicBezTo>
                <a:cubicBezTo>
                  <a:pt x="327" y="351"/>
                  <a:pt x="319" y="356"/>
                  <a:pt x="309" y="360"/>
                </a:cubicBezTo>
                <a:cubicBezTo>
                  <a:pt x="304" y="362"/>
                  <a:pt x="298" y="362"/>
                  <a:pt x="288" y="362"/>
                </a:cubicBezTo>
                <a:cubicBezTo>
                  <a:pt x="270" y="362"/>
                  <a:pt x="255" y="358"/>
                  <a:pt x="243" y="350"/>
                </a:cubicBezTo>
                <a:cubicBezTo>
                  <a:pt x="230" y="342"/>
                  <a:pt x="222" y="334"/>
                  <a:pt x="219" y="325"/>
                </a:cubicBezTo>
                <a:lnTo>
                  <a:pt x="214" y="313"/>
                </a:lnTo>
                <a:cubicBezTo>
                  <a:pt x="213" y="313"/>
                  <a:pt x="212" y="313"/>
                  <a:pt x="211" y="314"/>
                </a:cubicBezTo>
                <a:cubicBezTo>
                  <a:pt x="210" y="315"/>
                  <a:pt x="209" y="316"/>
                  <a:pt x="207" y="317"/>
                </a:cubicBezTo>
                <a:cubicBezTo>
                  <a:pt x="176" y="347"/>
                  <a:pt x="144" y="362"/>
                  <a:pt x="111" y="362"/>
                </a:cubicBezTo>
                <a:cubicBezTo>
                  <a:pt x="82" y="362"/>
                  <a:pt x="56" y="351"/>
                  <a:pt x="34" y="330"/>
                </a:cubicBezTo>
                <a:cubicBezTo>
                  <a:pt x="11" y="309"/>
                  <a:pt x="0" y="275"/>
                  <a:pt x="0" y="228"/>
                </a:cubicBezTo>
                <a:moveTo>
                  <a:pt x="255" y="91"/>
                </a:moveTo>
                <a:cubicBezTo>
                  <a:pt x="255" y="88"/>
                  <a:pt x="253" y="82"/>
                  <a:pt x="251" y="73"/>
                </a:cubicBezTo>
                <a:cubicBezTo>
                  <a:pt x="248" y="65"/>
                  <a:pt x="242" y="56"/>
                  <a:pt x="232" y="45"/>
                </a:cubicBezTo>
                <a:cubicBezTo>
                  <a:pt x="223" y="35"/>
                  <a:pt x="210" y="30"/>
                  <a:pt x="195" y="29"/>
                </a:cubicBezTo>
                <a:cubicBezTo>
                  <a:pt x="177" y="29"/>
                  <a:pt x="159" y="38"/>
                  <a:pt x="142" y="54"/>
                </a:cubicBezTo>
                <a:cubicBezTo>
                  <a:pt x="125" y="71"/>
                  <a:pt x="111" y="92"/>
                  <a:pt x="102" y="119"/>
                </a:cubicBezTo>
                <a:cubicBezTo>
                  <a:pt x="86" y="161"/>
                  <a:pt x="75" y="205"/>
                  <a:pt x="69" y="251"/>
                </a:cubicBezTo>
                <a:cubicBezTo>
                  <a:pt x="69" y="252"/>
                  <a:pt x="69" y="255"/>
                  <a:pt x="69" y="259"/>
                </a:cubicBezTo>
                <a:cubicBezTo>
                  <a:pt x="69" y="264"/>
                  <a:pt x="69" y="267"/>
                  <a:pt x="68" y="269"/>
                </a:cubicBezTo>
                <a:cubicBezTo>
                  <a:pt x="68" y="293"/>
                  <a:pt x="73" y="310"/>
                  <a:pt x="82" y="319"/>
                </a:cubicBezTo>
                <a:cubicBezTo>
                  <a:pt x="92" y="328"/>
                  <a:pt x="104" y="333"/>
                  <a:pt x="117" y="333"/>
                </a:cubicBezTo>
                <a:cubicBezTo>
                  <a:pt x="137" y="333"/>
                  <a:pt x="157" y="324"/>
                  <a:pt x="177" y="307"/>
                </a:cubicBezTo>
                <a:cubicBezTo>
                  <a:pt x="197" y="289"/>
                  <a:pt x="209" y="275"/>
                  <a:pt x="212" y="266"/>
                </a:cubicBezTo>
                <a:cubicBezTo>
                  <a:pt x="213" y="264"/>
                  <a:pt x="221" y="235"/>
                  <a:pt x="234" y="180"/>
                </a:cubicBezTo>
                <a:cubicBezTo>
                  <a:pt x="247" y="125"/>
                  <a:pt x="254" y="95"/>
                  <a:pt x="255" y="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717040" y="335268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4" y="1"/>
                </a:moveTo>
                <a:lnTo>
                  <a:pt x="7" y="0"/>
                </a:lnTo>
                <a:cubicBezTo>
                  <a:pt x="9" y="0"/>
                  <a:pt x="12" y="0"/>
                  <a:pt x="15" y="0"/>
                </a:cubicBezTo>
                <a:lnTo>
                  <a:pt x="24" y="0"/>
                </a:lnTo>
                <a:lnTo>
                  <a:pt x="47" y="19"/>
                </a:lnTo>
                <a:cubicBezTo>
                  <a:pt x="97" y="64"/>
                  <a:pt x="134" y="121"/>
                  <a:pt x="158" y="189"/>
                </a:cubicBezTo>
                <a:cubicBezTo>
                  <a:pt x="181" y="257"/>
                  <a:pt x="192" y="327"/>
                  <a:pt x="192" y="401"/>
                </a:cubicBezTo>
                <a:cubicBezTo>
                  <a:pt x="192" y="437"/>
                  <a:pt x="189" y="472"/>
                  <a:pt x="184" y="506"/>
                </a:cubicBezTo>
                <a:cubicBezTo>
                  <a:pt x="179" y="539"/>
                  <a:pt x="173" y="568"/>
                  <a:pt x="166" y="591"/>
                </a:cubicBezTo>
                <a:cubicBezTo>
                  <a:pt x="159" y="615"/>
                  <a:pt x="149" y="638"/>
                  <a:pt x="135" y="662"/>
                </a:cubicBezTo>
                <a:cubicBezTo>
                  <a:pt x="122" y="685"/>
                  <a:pt x="112" y="704"/>
                  <a:pt x="105" y="717"/>
                </a:cubicBezTo>
                <a:cubicBezTo>
                  <a:pt x="97" y="729"/>
                  <a:pt x="86" y="743"/>
                  <a:pt x="72" y="758"/>
                </a:cubicBezTo>
                <a:cubicBezTo>
                  <a:pt x="57" y="773"/>
                  <a:pt x="49" y="781"/>
                  <a:pt x="46" y="784"/>
                </a:cubicBezTo>
                <a:cubicBezTo>
                  <a:pt x="43" y="787"/>
                  <a:pt x="37" y="792"/>
                  <a:pt x="28" y="799"/>
                </a:cubicBezTo>
                <a:cubicBezTo>
                  <a:pt x="26" y="801"/>
                  <a:pt x="25" y="802"/>
                  <a:pt x="24" y="802"/>
                </a:cubicBezTo>
                <a:lnTo>
                  <a:pt x="15" y="802"/>
                </a:lnTo>
                <a:cubicBezTo>
                  <a:pt x="10" y="802"/>
                  <a:pt x="8" y="802"/>
                  <a:pt x="6" y="802"/>
                </a:cubicBezTo>
                <a:cubicBezTo>
                  <a:pt x="4" y="802"/>
                  <a:pt x="3" y="802"/>
                  <a:pt x="2" y="800"/>
                </a:cubicBezTo>
                <a:cubicBezTo>
                  <a:pt x="1" y="798"/>
                  <a:pt x="0" y="796"/>
                  <a:pt x="0" y="793"/>
                </a:cubicBezTo>
                <a:cubicBezTo>
                  <a:pt x="0" y="792"/>
                  <a:pt x="3" y="789"/>
                  <a:pt x="8" y="782"/>
                </a:cubicBezTo>
                <a:cubicBezTo>
                  <a:pt x="91" y="695"/>
                  <a:pt x="133" y="568"/>
                  <a:pt x="133" y="401"/>
                </a:cubicBezTo>
                <a:cubicBezTo>
                  <a:pt x="133" y="233"/>
                  <a:pt x="91" y="106"/>
                  <a:pt x="8" y="20"/>
                </a:cubicBezTo>
                <a:cubicBezTo>
                  <a:pt x="3" y="13"/>
                  <a:pt x="0" y="10"/>
                  <a:pt x="0" y="9"/>
                </a:cubicBezTo>
                <a:cubicBezTo>
                  <a:pt x="0" y="5"/>
                  <a:pt x="1" y="2"/>
                  <a:pt x="4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893440" y="3400920"/>
            <a:ext cx="192600" cy="192240"/>
          </a:xfrm>
          <a:custGeom>
            <a:avLst/>
            <a:gdLst/>
            <a:ahLst/>
            <a:rect l="0" t="0" r="r" b="b"/>
            <a:pathLst>
              <a:path w="535" h="534">
                <a:moveTo>
                  <a:pt x="0" y="277"/>
                </a:moveTo>
                <a:cubicBezTo>
                  <a:pt x="0" y="277"/>
                  <a:pt x="0" y="274"/>
                  <a:pt x="0" y="267"/>
                </a:cubicBezTo>
                <a:cubicBezTo>
                  <a:pt x="0" y="260"/>
                  <a:pt x="4" y="254"/>
                  <a:pt x="12" y="251"/>
                </a:cubicBezTo>
                <a:lnTo>
                  <a:pt x="252" y="251"/>
                </a:lnTo>
                <a:lnTo>
                  <a:pt x="252" y="130"/>
                </a:lnTo>
                <a:lnTo>
                  <a:pt x="253" y="10"/>
                </a:lnTo>
                <a:cubicBezTo>
                  <a:pt x="258" y="3"/>
                  <a:pt x="263" y="0"/>
                  <a:pt x="268" y="0"/>
                </a:cubicBezTo>
                <a:cubicBezTo>
                  <a:pt x="275" y="0"/>
                  <a:pt x="281" y="4"/>
                  <a:pt x="284" y="12"/>
                </a:cubicBezTo>
                <a:lnTo>
                  <a:pt x="284" y="251"/>
                </a:lnTo>
                <a:lnTo>
                  <a:pt x="523" y="251"/>
                </a:lnTo>
                <a:cubicBezTo>
                  <a:pt x="531" y="255"/>
                  <a:pt x="535" y="260"/>
                  <a:pt x="535" y="267"/>
                </a:cubicBezTo>
                <a:cubicBezTo>
                  <a:pt x="535" y="273"/>
                  <a:pt x="531" y="278"/>
                  <a:pt x="523" y="283"/>
                </a:cubicBezTo>
                <a:lnTo>
                  <a:pt x="284" y="283"/>
                </a:lnTo>
                <a:lnTo>
                  <a:pt x="284" y="523"/>
                </a:lnTo>
                <a:cubicBezTo>
                  <a:pt x="280" y="530"/>
                  <a:pt x="275" y="534"/>
                  <a:pt x="270" y="534"/>
                </a:cubicBezTo>
                <a:lnTo>
                  <a:pt x="268" y="534"/>
                </a:lnTo>
                <a:lnTo>
                  <a:pt x="267" y="534"/>
                </a:lnTo>
                <a:cubicBezTo>
                  <a:pt x="260" y="534"/>
                  <a:pt x="255" y="530"/>
                  <a:pt x="252" y="523"/>
                </a:cubicBezTo>
                <a:lnTo>
                  <a:pt x="252" y="283"/>
                </a:lnTo>
                <a:lnTo>
                  <a:pt x="12" y="283"/>
                </a:lnTo>
                <a:cubicBezTo>
                  <a:pt x="4" y="279"/>
                  <a:pt x="0" y="274"/>
                  <a:pt x="0" y="267"/>
                </a:cubicBezTo>
                <a:lnTo>
                  <a:pt x="0" y="27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9180360" y="337680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2" y="409"/>
                </a:moveTo>
                <a:cubicBezTo>
                  <a:pt x="92" y="422"/>
                  <a:pt x="87" y="433"/>
                  <a:pt x="79" y="441"/>
                </a:cubicBezTo>
                <a:cubicBezTo>
                  <a:pt x="70" y="450"/>
                  <a:pt x="60" y="454"/>
                  <a:pt x="48" y="454"/>
                </a:cubicBezTo>
                <a:lnTo>
                  <a:pt x="42" y="454"/>
                </a:lnTo>
                <a:cubicBezTo>
                  <a:pt x="67" y="496"/>
                  <a:pt x="99" y="517"/>
                  <a:pt x="140" y="517"/>
                </a:cubicBezTo>
                <a:cubicBezTo>
                  <a:pt x="177" y="517"/>
                  <a:pt x="205" y="501"/>
                  <a:pt x="222" y="469"/>
                </a:cubicBezTo>
                <a:cubicBezTo>
                  <a:pt x="233" y="452"/>
                  <a:pt x="238" y="417"/>
                  <a:pt x="238" y="367"/>
                </a:cubicBezTo>
                <a:cubicBezTo>
                  <a:pt x="238" y="312"/>
                  <a:pt x="230" y="275"/>
                  <a:pt x="216" y="254"/>
                </a:cubicBezTo>
                <a:cubicBezTo>
                  <a:pt x="202" y="237"/>
                  <a:pt x="187" y="228"/>
                  <a:pt x="169" y="228"/>
                </a:cubicBezTo>
                <a:lnTo>
                  <a:pt x="164" y="228"/>
                </a:lnTo>
                <a:cubicBezTo>
                  <a:pt x="122" y="228"/>
                  <a:pt x="91" y="246"/>
                  <a:pt x="69" y="283"/>
                </a:cubicBezTo>
                <a:cubicBezTo>
                  <a:pt x="67" y="287"/>
                  <a:pt x="65" y="289"/>
                  <a:pt x="64" y="290"/>
                </a:cubicBezTo>
                <a:cubicBezTo>
                  <a:pt x="62" y="290"/>
                  <a:pt x="58" y="291"/>
                  <a:pt x="52" y="291"/>
                </a:cubicBezTo>
                <a:cubicBezTo>
                  <a:pt x="42" y="291"/>
                  <a:pt x="37" y="290"/>
                  <a:pt x="36" y="287"/>
                </a:cubicBezTo>
                <a:cubicBezTo>
                  <a:pt x="35" y="284"/>
                  <a:pt x="35" y="237"/>
                  <a:pt x="35" y="145"/>
                </a:cubicBezTo>
                <a:lnTo>
                  <a:pt x="35" y="42"/>
                </a:lnTo>
                <a:cubicBezTo>
                  <a:pt x="35" y="15"/>
                  <a:pt x="36" y="2"/>
                  <a:pt x="39" y="2"/>
                </a:cubicBezTo>
                <a:cubicBezTo>
                  <a:pt x="40" y="1"/>
                  <a:pt x="41" y="0"/>
                  <a:pt x="42" y="0"/>
                </a:cubicBezTo>
                <a:cubicBezTo>
                  <a:pt x="42" y="0"/>
                  <a:pt x="48" y="2"/>
                  <a:pt x="59" y="7"/>
                </a:cubicBezTo>
                <a:cubicBezTo>
                  <a:pt x="69" y="11"/>
                  <a:pt x="84" y="15"/>
                  <a:pt x="103" y="19"/>
                </a:cubicBezTo>
                <a:cubicBezTo>
                  <a:pt x="122" y="24"/>
                  <a:pt x="142" y="26"/>
                  <a:pt x="163" y="26"/>
                </a:cubicBezTo>
                <a:cubicBezTo>
                  <a:pt x="202" y="26"/>
                  <a:pt x="238" y="18"/>
                  <a:pt x="273" y="3"/>
                </a:cubicBezTo>
                <a:cubicBezTo>
                  <a:pt x="277" y="1"/>
                  <a:pt x="281" y="0"/>
                  <a:pt x="283" y="0"/>
                </a:cubicBezTo>
                <a:cubicBezTo>
                  <a:pt x="288" y="0"/>
                  <a:pt x="290" y="5"/>
                  <a:pt x="290" y="15"/>
                </a:cubicBezTo>
                <a:lnTo>
                  <a:pt x="290" y="25"/>
                </a:lnTo>
                <a:cubicBezTo>
                  <a:pt x="246" y="77"/>
                  <a:pt x="191" y="103"/>
                  <a:pt x="124" y="103"/>
                </a:cubicBezTo>
                <a:cubicBezTo>
                  <a:pt x="108" y="103"/>
                  <a:pt x="93" y="101"/>
                  <a:pt x="80" y="98"/>
                </a:cubicBezTo>
                <a:lnTo>
                  <a:pt x="72" y="96"/>
                </a:lnTo>
                <a:lnTo>
                  <a:pt x="72" y="234"/>
                </a:lnTo>
                <a:cubicBezTo>
                  <a:pt x="82" y="227"/>
                  <a:pt x="90" y="221"/>
                  <a:pt x="96" y="217"/>
                </a:cubicBezTo>
                <a:cubicBezTo>
                  <a:pt x="102" y="212"/>
                  <a:pt x="111" y="208"/>
                  <a:pt x="124" y="204"/>
                </a:cubicBezTo>
                <a:cubicBezTo>
                  <a:pt x="138" y="200"/>
                  <a:pt x="151" y="197"/>
                  <a:pt x="165" y="197"/>
                </a:cubicBezTo>
                <a:cubicBezTo>
                  <a:pt x="210" y="197"/>
                  <a:pt x="246" y="215"/>
                  <a:pt x="276" y="249"/>
                </a:cubicBezTo>
                <a:cubicBezTo>
                  <a:pt x="306" y="285"/>
                  <a:pt x="321" y="326"/>
                  <a:pt x="321" y="374"/>
                </a:cubicBezTo>
                <a:cubicBezTo>
                  <a:pt x="321" y="423"/>
                  <a:pt x="304" y="465"/>
                  <a:pt x="270" y="500"/>
                </a:cubicBezTo>
                <a:cubicBezTo>
                  <a:pt x="236" y="535"/>
                  <a:pt x="194" y="552"/>
                  <a:pt x="144" y="553"/>
                </a:cubicBezTo>
                <a:cubicBezTo>
                  <a:pt x="100" y="553"/>
                  <a:pt x="66" y="538"/>
                  <a:pt x="40" y="509"/>
                </a:cubicBezTo>
                <a:cubicBezTo>
                  <a:pt x="13" y="481"/>
                  <a:pt x="0" y="448"/>
                  <a:pt x="0" y="412"/>
                </a:cubicBezTo>
                <a:cubicBezTo>
                  <a:pt x="0" y="399"/>
                  <a:pt x="3" y="389"/>
                  <a:pt x="9" y="381"/>
                </a:cubicBezTo>
                <a:cubicBezTo>
                  <a:pt x="15" y="374"/>
                  <a:pt x="21" y="369"/>
                  <a:pt x="27" y="367"/>
                </a:cubicBezTo>
                <a:cubicBezTo>
                  <a:pt x="34" y="365"/>
                  <a:pt x="40" y="363"/>
                  <a:pt x="46" y="363"/>
                </a:cubicBezTo>
                <a:cubicBezTo>
                  <a:pt x="59" y="363"/>
                  <a:pt x="70" y="368"/>
                  <a:pt x="79" y="377"/>
                </a:cubicBezTo>
                <a:cubicBezTo>
                  <a:pt x="87" y="386"/>
                  <a:pt x="92" y="397"/>
                  <a:pt x="92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618840" y="3924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1"/>
                  <a:pt x="216" y="193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3"/>
                  <a:pt x="15" y="181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857160" y="2850480"/>
            <a:ext cx="6552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Men calculate their baseline resting calorie estimate using: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100680" y="4324320"/>
            <a:ext cx="208440" cy="197640"/>
          </a:xfrm>
          <a:custGeom>
            <a:avLst/>
            <a:gdLst/>
            <a:ahLst/>
            <a:rect l="0" t="0" r="r" b="b"/>
            <a:pathLst>
              <a:path w="579" h="549">
                <a:moveTo>
                  <a:pt x="158" y="37"/>
                </a:moveTo>
                <a:cubicBezTo>
                  <a:pt x="143" y="37"/>
                  <a:pt x="135" y="37"/>
                  <a:pt x="132" y="36"/>
                </a:cubicBezTo>
                <a:cubicBezTo>
                  <a:pt x="129" y="36"/>
                  <a:pt x="128" y="33"/>
                  <a:pt x="128" y="28"/>
                </a:cubicBezTo>
                <a:cubicBezTo>
                  <a:pt x="128" y="13"/>
                  <a:pt x="131" y="4"/>
                  <a:pt x="137" y="1"/>
                </a:cubicBezTo>
                <a:cubicBezTo>
                  <a:pt x="137" y="1"/>
                  <a:pt x="172" y="0"/>
                  <a:pt x="241" y="0"/>
                </a:cubicBezTo>
                <a:cubicBezTo>
                  <a:pt x="380" y="0"/>
                  <a:pt x="453" y="1"/>
                  <a:pt x="461" y="2"/>
                </a:cubicBezTo>
                <a:cubicBezTo>
                  <a:pt x="494" y="7"/>
                  <a:pt x="523" y="19"/>
                  <a:pt x="545" y="38"/>
                </a:cubicBezTo>
                <a:cubicBezTo>
                  <a:pt x="567" y="57"/>
                  <a:pt x="579" y="81"/>
                  <a:pt x="579" y="112"/>
                </a:cubicBezTo>
                <a:cubicBezTo>
                  <a:pt x="579" y="146"/>
                  <a:pt x="564" y="177"/>
                  <a:pt x="533" y="204"/>
                </a:cubicBezTo>
                <a:cubicBezTo>
                  <a:pt x="502" y="231"/>
                  <a:pt x="466" y="250"/>
                  <a:pt x="426" y="259"/>
                </a:cubicBezTo>
                <a:lnTo>
                  <a:pt x="418" y="262"/>
                </a:lnTo>
                <a:cubicBezTo>
                  <a:pt x="453" y="267"/>
                  <a:pt x="481" y="279"/>
                  <a:pt x="502" y="300"/>
                </a:cubicBezTo>
                <a:cubicBezTo>
                  <a:pt x="524" y="319"/>
                  <a:pt x="536" y="344"/>
                  <a:pt x="536" y="373"/>
                </a:cubicBezTo>
                <a:cubicBezTo>
                  <a:pt x="536" y="412"/>
                  <a:pt x="517" y="450"/>
                  <a:pt x="478" y="486"/>
                </a:cubicBezTo>
                <a:cubicBezTo>
                  <a:pt x="440" y="523"/>
                  <a:pt x="393" y="543"/>
                  <a:pt x="337" y="548"/>
                </a:cubicBezTo>
                <a:cubicBezTo>
                  <a:pt x="333" y="549"/>
                  <a:pt x="275" y="549"/>
                  <a:pt x="166" y="549"/>
                </a:cubicBezTo>
                <a:cubicBezTo>
                  <a:pt x="60" y="549"/>
                  <a:pt x="5" y="548"/>
                  <a:pt x="4" y="547"/>
                </a:cubicBezTo>
                <a:cubicBezTo>
                  <a:pt x="2" y="546"/>
                  <a:pt x="0" y="544"/>
                  <a:pt x="0" y="541"/>
                </a:cubicBezTo>
                <a:cubicBezTo>
                  <a:pt x="0" y="537"/>
                  <a:pt x="1" y="533"/>
                  <a:pt x="2" y="530"/>
                </a:cubicBezTo>
                <a:cubicBezTo>
                  <a:pt x="5" y="519"/>
                  <a:pt x="7" y="514"/>
                  <a:pt x="10" y="513"/>
                </a:cubicBezTo>
                <a:cubicBezTo>
                  <a:pt x="12" y="512"/>
                  <a:pt x="16" y="512"/>
                  <a:pt x="22" y="512"/>
                </a:cubicBezTo>
                <a:lnTo>
                  <a:pt x="27" y="512"/>
                </a:lnTo>
                <a:cubicBezTo>
                  <a:pt x="41" y="512"/>
                  <a:pt x="57" y="511"/>
                  <a:pt x="75" y="510"/>
                </a:cubicBezTo>
                <a:cubicBezTo>
                  <a:pt x="83" y="508"/>
                  <a:pt x="88" y="505"/>
                  <a:pt x="90" y="500"/>
                </a:cubicBezTo>
                <a:cubicBezTo>
                  <a:pt x="92" y="498"/>
                  <a:pt x="111" y="424"/>
                  <a:pt x="148" y="276"/>
                </a:cubicBezTo>
                <a:cubicBezTo>
                  <a:pt x="185" y="130"/>
                  <a:pt x="203" y="52"/>
                  <a:pt x="203" y="44"/>
                </a:cubicBezTo>
                <a:cubicBezTo>
                  <a:pt x="203" y="41"/>
                  <a:pt x="188" y="38"/>
                  <a:pt x="158" y="37"/>
                </a:cubicBezTo>
                <a:moveTo>
                  <a:pt x="494" y="112"/>
                </a:moveTo>
                <a:cubicBezTo>
                  <a:pt x="494" y="96"/>
                  <a:pt x="490" y="81"/>
                  <a:pt x="482" y="67"/>
                </a:cubicBezTo>
                <a:cubicBezTo>
                  <a:pt x="474" y="53"/>
                  <a:pt x="461" y="44"/>
                  <a:pt x="442" y="40"/>
                </a:cubicBezTo>
                <a:cubicBezTo>
                  <a:pt x="439" y="39"/>
                  <a:pt x="414" y="38"/>
                  <a:pt x="369" y="37"/>
                </a:cubicBezTo>
                <a:cubicBezTo>
                  <a:pt x="358" y="37"/>
                  <a:pt x="347" y="37"/>
                  <a:pt x="335" y="37"/>
                </a:cubicBezTo>
                <a:cubicBezTo>
                  <a:pt x="322" y="37"/>
                  <a:pt x="313" y="38"/>
                  <a:pt x="306" y="38"/>
                </a:cubicBezTo>
                <a:lnTo>
                  <a:pt x="295" y="38"/>
                </a:lnTo>
                <a:cubicBezTo>
                  <a:pt x="287" y="39"/>
                  <a:pt x="282" y="41"/>
                  <a:pt x="280" y="46"/>
                </a:cubicBezTo>
                <a:cubicBezTo>
                  <a:pt x="279" y="48"/>
                  <a:pt x="271" y="80"/>
                  <a:pt x="255" y="142"/>
                </a:cubicBezTo>
                <a:cubicBezTo>
                  <a:pt x="255" y="144"/>
                  <a:pt x="254" y="145"/>
                  <a:pt x="254" y="147"/>
                </a:cubicBezTo>
                <a:lnTo>
                  <a:pt x="229" y="248"/>
                </a:lnTo>
                <a:lnTo>
                  <a:pt x="294" y="248"/>
                </a:lnTo>
                <a:cubicBezTo>
                  <a:pt x="338" y="248"/>
                  <a:pt x="363" y="248"/>
                  <a:pt x="369" y="246"/>
                </a:cubicBezTo>
                <a:cubicBezTo>
                  <a:pt x="401" y="241"/>
                  <a:pt x="430" y="226"/>
                  <a:pt x="455" y="200"/>
                </a:cubicBezTo>
                <a:cubicBezTo>
                  <a:pt x="480" y="174"/>
                  <a:pt x="493" y="145"/>
                  <a:pt x="494" y="112"/>
                </a:cubicBezTo>
                <a:moveTo>
                  <a:pt x="450" y="365"/>
                </a:moveTo>
                <a:cubicBezTo>
                  <a:pt x="450" y="342"/>
                  <a:pt x="444" y="322"/>
                  <a:pt x="432" y="307"/>
                </a:cubicBezTo>
                <a:cubicBezTo>
                  <a:pt x="420" y="290"/>
                  <a:pt x="404" y="281"/>
                  <a:pt x="384" y="279"/>
                </a:cubicBezTo>
                <a:cubicBezTo>
                  <a:pt x="381" y="278"/>
                  <a:pt x="358" y="278"/>
                  <a:pt x="316" y="278"/>
                </a:cubicBezTo>
                <a:cubicBezTo>
                  <a:pt x="253" y="278"/>
                  <a:pt x="221" y="278"/>
                  <a:pt x="221" y="279"/>
                </a:cubicBezTo>
                <a:cubicBezTo>
                  <a:pt x="221" y="280"/>
                  <a:pt x="216" y="300"/>
                  <a:pt x="207" y="338"/>
                </a:cubicBezTo>
                <a:cubicBezTo>
                  <a:pt x="198" y="376"/>
                  <a:pt x="189" y="414"/>
                  <a:pt x="179" y="451"/>
                </a:cubicBezTo>
                <a:lnTo>
                  <a:pt x="165" y="507"/>
                </a:lnTo>
                <a:cubicBezTo>
                  <a:pt x="165" y="509"/>
                  <a:pt x="168" y="510"/>
                  <a:pt x="174" y="510"/>
                </a:cubicBezTo>
                <a:cubicBezTo>
                  <a:pt x="181" y="510"/>
                  <a:pt x="202" y="511"/>
                  <a:pt x="239" y="512"/>
                </a:cubicBezTo>
                <a:cubicBezTo>
                  <a:pt x="287" y="512"/>
                  <a:pt x="313" y="512"/>
                  <a:pt x="316" y="511"/>
                </a:cubicBezTo>
                <a:cubicBezTo>
                  <a:pt x="350" y="507"/>
                  <a:pt x="381" y="492"/>
                  <a:pt x="409" y="465"/>
                </a:cubicBezTo>
                <a:cubicBezTo>
                  <a:pt x="436" y="437"/>
                  <a:pt x="450" y="404"/>
                  <a:pt x="450" y="36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319920" y="4324320"/>
            <a:ext cx="293400" cy="197640"/>
          </a:xfrm>
          <a:custGeom>
            <a:avLst/>
            <a:gdLst/>
            <a:ahLst/>
            <a:rect l="0" t="0" r="r" b="b"/>
            <a:pathLst>
              <a:path w="815" h="549">
                <a:moveTo>
                  <a:pt x="204" y="44"/>
                </a:moveTo>
                <a:cubicBezTo>
                  <a:pt x="204" y="40"/>
                  <a:pt x="189" y="38"/>
                  <a:pt x="159" y="37"/>
                </a:cubicBezTo>
                <a:cubicBezTo>
                  <a:pt x="146" y="37"/>
                  <a:pt x="137" y="37"/>
                  <a:pt x="133" y="36"/>
                </a:cubicBezTo>
                <a:cubicBezTo>
                  <a:pt x="129" y="36"/>
                  <a:pt x="127" y="33"/>
                  <a:pt x="127" y="28"/>
                </a:cubicBezTo>
                <a:cubicBezTo>
                  <a:pt x="127" y="28"/>
                  <a:pt x="128" y="25"/>
                  <a:pt x="129" y="20"/>
                </a:cubicBezTo>
                <a:cubicBezTo>
                  <a:pt x="129" y="18"/>
                  <a:pt x="130" y="16"/>
                  <a:pt x="131" y="14"/>
                </a:cubicBezTo>
                <a:cubicBezTo>
                  <a:pt x="131" y="12"/>
                  <a:pt x="131" y="11"/>
                  <a:pt x="131" y="10"/>
                </a:cubicBezTo>
                <a:cubicBezTo>
                  <a:pt x="131" y="9"/>
                  <a:pt x="132" y="8"/>
                  <a:pt x="133" y="6"/>
                </a:cubicBezTo>
                <a:cubicBezTo>
                  <a:pt x="134" y="4"/>
                  <a:pt x="135" y="3"/>
                  <a:pt x="135" y="4"/>
                </a:cubicBezTo>
                <a:cubicBezTo>
                  <a:pt x="135" y="4"/>
                  <a:pt x="136" y="4"/>
                  <a:pt x="138" y="2"/>
                </a:cubicBezTo>
                <a:cubicBezTo>
                  <a:pt x="141" y="0"/>
                  <a:pt x="142" y="0"/>
                  <a:pt x="143" y="0"/>
                </a:cubicBezTo>
                <a:cubicBezTo>
                  <a:pt x="143" y="1"/>
                  <a:pt x="145" y="1"/>
                  <a:pt x="149" y="0"/>
                </a:cubicBezTo>
                <a:cubicBezTo>
                  <a:pt x="153" y="0"/>
                  <a:pt x="156" y="0"/>
                  <a:pt x="159" y="0"/>
                </a:cubicBezTo>
                <a:cubicBezTo>
                  <a:pt x="162" y="0"/>
                  <a:pt x="170" y="0"/>
                  <a:pt x="183" y="0"/>
                </a:cubicBezTo>
                <a:cubicBezTo>
                  <a:pt x="196" y="0"/>
                  <a:pt x="208" y="0"/>
                  <a:pt x="219" y="0"/>
                </a:cubicBezTo>
                <a:cubicBezTo>
                  <a:pt x="261" y="0"/>
                  <a:pt x="285" y="0"/>
                  <a:pt x="292" y="0"/>
                </a:cubicBezTo>
                <a:cubicBezTo>
                  <a:pt x="298" y="0"/>
                  <a:pt x="303" y="2"/>
                  <a:pt x="305" y="4"/>
                </a:cubicBezTo>
                <a:cubicBezTo>
                  <a:pt x="305" y="7"/>
                  <a:pt x="315" y="82"/>
                  <a:pt x="334" y="230"/>
                </a:cubicBezTo>
                <a:lnTo>
                  <a:pt x="363" y="455"/>
                </a:lnTo>
                <a:lnTo>
                  <a:pt x="382" y="425"/>
                </a:lnTo>
                <a:cubicBezTo>
                  <a:pt x="394" y="406"/>
                  <a:pt x="412" y="379"/>
                  <a:pt x="433" y="345"/>
                </a:cubicBezTo>
                <a:cubicBezTo>
                  <a:pt x="454" y="310"/>
                  <a:pt x="478" y="273"/>
                  <a:pt x="503" y="232"/>
                </a:cubicBezTo>
                <a:cubicBezTo>
                  <a:pt x="597" y="83"/>
                  <a:pt x="644" y="8"/>
                  <a:pt x="645" y="7"/>
                </a:cubicBezTo>
                <a:cubicBezTo>
                  <a:pt x="646" y="6"/>
                  <a:pt x="647" y="5"/>
                  <a:pt x="648" y="4"/>
                </a:cubicBezTo>
                <a:cubicBezTo>
                  <a:pt x="649" y="3"/>
                  <a:pt x="650" y="3"/>
                  <a:pt x="651" y="2"/>
                </a:cubicBezTo>
                <a:lnTo>
                  <a:pt x="656" y="0"/>
                </a:lnTo>
                <a:lnTo>
                  <a:pt x="733" y="0"/>
                </a:lnTo>
                <a:cubicBezTo>
                  <a:pt x="742" y="0"/>
                  <a:pt x="753" y="0"/>
                  <a:pt x="765" y="0"/>
                </a:cubicBezTo>
                <a:cubicBezTo>
                  <a:pt x="777" y="0"/>
                  <a:pt x="785" y="0"/>
                  <a:pt x="788" y="0"/>
                </a:cubicBezTo>
                <a:cubicBezTo>
                  <a:pt x="806" y="0"/>
                  <a:pt x="815" y="3"/>
                  <a:pt x="815" y="8"/>
                </a:cubicBezTo>
                <a:cubicBezTo>
                  <a:pt x="815" y="11"/>
                  <a:pt x="815" y="16"/>
                  <a:pt x="813" y="22"/>
                </a:cubicBezTo>
                <a:cubicBezTo>
                  <a:pt x="811" y="28"/>
                  <a:pt x="811" y="32"/>
                  <a:pt x="811" y="32"/>
                </a:cubicBezTo>
                <a:cubicBezTo>
                  <a:pt x="808" y="36"/>
                  <a:pt x="798" y="37"/>
                  <a:pt x="781" y="37"/>
                </a:cubicBezTo>
                <a:cubicBezTo>
                  <a:pt x="759" y="38"/>
                  <a:pt x="746" y="39"/>
                  <a:pt x="740" y="40"/>
                </a:cubicBezTo>
                <a:cubicBezTo>
                  <a:pt x="734" y="41"/>
                  <a:pt x="729" y="44"/>
                  <a:pt x="726" y="48"/>
                </a:cubicBezTo>
                <a:cubicBezTo>
                  <a:pt x="724" y="51"/>
                  <a:pt x="705" y="127"/>
                  <a:pt x="668" y="275"/>
                </a:cubicBezTo>
                <a:cubicBezTo>
                  <a:pt x="631" y="425"/>
                  <a:pt x="612" y="500"/>
                  <a:pt x="612" y="502"/>
                </a:cubicBezTo>
                <a:cubicBezTo>
                  <a:pt x="612" y="504"/>
                  <a:pt x="612" y="505"/>
                  <a:pt x="613" y="506"/>
                </a:cubicBezTo>
                <a:cubicBezTo>
                  <a:pt x="613" y="506"/>
                  <a:pt x="615" y="507"/>
                  <a:pt x="618" y="509"/>
                </a:cubicBezTo>
                <a:cubicBezTo>
                  <a:pt x="621" y="510"/>
                  <a:pt x="626" y="511"/>
                  <a:pt x="632" y="510"/>
                </a:cubicBezTo>
                <a:cubicBezTo>
                  <a:pt x="638" y="510"/>
                  <a:pt x="646" y="510"/>
                  <a:pt x="658" y="512"/>
                </a:cubicBezTo>
                <a:lnTo>
                  <a:pt x="683" y="512"/>
                </a:lnTo>
                <a:cubicBezTo>
                  <a:pt x="686" y="517"/>
                  <a:pt x="688" y="520"/>
                  <a:pt x="688" y="521"/>
                </a:cubicBezTo>
                <a:cubicBezTo>
                  <a:pt x="688" y="529"/>
                  <a:pt x="686" y="537"/>
                  <a:pt x="682" y="545"/>
                </a:cubicBezTo>
                <a:cubicBezTo>
                  <a:pt x="680" y="548"/>
                  <a:pt x="675" y="549"/>
                  <a:pt x="669" y="549"/>
                </a:cubicBezTo>
                <a:cubicBezTo>
                  <a:pt x="667" y="549"/>
                  <a:pt x="656" y="549"/>
                  <a:pt x="637" y="548"/>
                </a:cubicBezTo>
                <a:cubicBezTo>
                  <a:pt x="617" y="548"/>
                  <a:pt x="593" y="547"/>
                  <a:pt x="563" y="547"/>
                </a:cubicBezTo>
                <a:cubicBezTo>
                  <a:pt x="530" y="547"/>
                  <a:pt x="506" y="547"/>
                  <a:pt x="489" y="547"/>
                </a:cubicBezTo>
                <a:cubicBezTo>
                  <a:pt x="473" y="547"/>
                  <a:pt x="463" y="548"/>
                  <a:pt x="461" y="548"/>
                </a:cubicBezTo>
                <a:cubicBezTo>
                  <a:pt x="452" y="548"/>
                  <a:pt x="447" y="545"/>
                  <a:pt x="447" y="540"/>
                </a:cubicBezTo>
                <a:cubicBezTo>
                  <a:pt x="447" y="539"/>
                  <a:pt x="448" y="535"/>
                  <a:pt x="449" y="529"/>
                </a:cubicBezTo>
                <a:cubicBezTo>
                  <a:pt x="451" y="520"/>
                  <a:pt x="453" y="515"/>
                  <a:pt x="455" y="514"/>
                </a:cubicBezTo>
                <a:cubicBezTo>
                  <a:pt x="458" y="513"/>
                  <a:pt x="464" y="513"/>
                  <a:pt x="474" y="512"/>
                </a:cubicBezTo>
                <a:cubicBezTo>
                  <a:pt x="488" y="512"/>
                  <a:pt x="504" y="511"/>
                  <a:pt x="522" y="510"/>
                </a:cubicBezTo>
                <a:cubicBezTo>
                  <a:pt x="529" y="508"/>
                  <a:pt x="534" y="505"/>
                  <a:pt x="537" y="500"/>
                </a:cubicBezTo>
                <a:cubicBezTo>
                  <a:pt x="538" y="498"/>
                  <a:pt x="548" y="459"/>
                  <a:pt x="568" y="383"/>
                </a:cubicBezTo>
                <a:cubicBezTo>
                  <a:pt x="587" y="306"/>
                  <a:pt x="606" y="230"/>
                  <a:pt x="625" y="155"/>
                </a:cubicBezTo>
                <a:cubicBezTo>
                  <a:pt x="643" y="80"/>
                  <a:pt x="653" y="42"/>
                  <a:pt x="653" y="42"/>
                </a:cubicBezTo>
                <a:lnTo>
                  <a:pt x="497" y="290"/>
                </a:lnTo>
                <a:cubicBezTo>
                  <a:pt x="392" y="457"/>
                  <a:pt x="339" y="542"/>
                  <a:pt x="336" y="545"/>
                </a:cubicBezTo>
                <a:cubicBezTo>
                  <a:pt x="335" y="545"/>
                  <a:pt x="334" y="546"/>
                  <a:pt x="333" y="546"/>
                </a:cubicBezTo>
                <a:cubicBezTo>
                  <a:pt x="330" y="548"/>
                  <a:pt x="326" y="549"/>
                  <a:pt x="320" y="549"/>
                </a:cubicBezTo>
                <a:cubicBezTo>
                  <a:pt x="312" y="549"/>
                  <a:pt x="307" y="547"/>
                  <a:pt x="305" y="543"/>
                </a:cubicBezTo>
                <a:cubicBezTo>
                  <a:pt x="304" y="541"/>
                  <a:pt x="293" y="458"/>
                  <a:pt x="273" y="294"/>
                </a:cubicBezTo>
                <a:lnTo>
                  <a:pt x="241" y="48"/>
                </a:lnTo>
                <a:lnTo>
                  <a:pt x="187" y="264"/>
                </a:lnTo>
                <a:cubicBezTo>
                  <a:pt x="151" y="407"/>
                  <a:pt x="132" y="481"/>
                  <a:pt x="132" y="486"/>
                </a:cubicBezTo>
                <a:cubicBezTo>
                  <a:pt x="135" y="503"/>
                  <a:pt x="156" y="512"/>
                  <a:pt x="191" y="512"/>
                </a:cubicBezTo>
                <a:lnTo>
                  <a:pt x="199" y="512"/>
                </a:lnTo>
                <a:cubicBezTo>
                  <a:pt x="202" y="515"/>
                  <a:pt x="204" y="517"/>
                  <a:pt x="204" y="519"/>
                </a:cubicBezTo>
                <a:cubicBezTo>
                  <a:pt x="205" y="521"/>
                  <a:pt x="204" y="526"/>
                  <a:pt x="202" y="534"/>
                </a:cubicBezTo>
                <a:cubicBezTo>
                  <a:pt x="200" y="542"/>
                  <a:pt x="198" y="547"/>
                  <a:pt x="196" y="548"/>
                </a:cubicBezTo>
                <a:cubicBezTo>
                  <a:pt x="194" y="549"/>
                  <a:pt x="191" y="549"/>
                  <a:pt x="187" y="549"/>
                </a:cubicBezTo>
                <a:cubicBezTo>
                  <a:pt x="186" y="549"/>
                  <a:pt x="183" y="549"/>
                  <a:pt x="177" y="549"/>
                </a:cubicBezTo>
                <a:cubicBezTo>
                  <a:pt x="172" y="549"/>
                  <a:pt x="163" y="549"/>
                  <a:pt x="150" y="548"/>
                </a:cubicBezTo>
                <a:cubicBezTo>
                  <a:pt x="136" y="548"/>
                  <a:pt x="119" y="547"/>
                  <a:pt x="98" y="547"/>
                </a:cubicBezTo>
                <a:cubicBezTo>
                  <a:pt x="82" y="547"/>
                  <a:pt x="65" y="548"/>
                  <a:pt x="48" y="548"/>
                </a:cubicBezTo>
                <a:cubicBezTo>
                  <a:pt x="31" y="549"/>
                  <a:pt x="21" y="549"/>
                  <a:pt x="18" y="549"/>
                </a:cubicBezTo>
                <a:cubicBezTo>
                  <a:pt x="10" y="549"/>
                  <a:pt x="5" y="548"/>
                  <a:pt x="3" y="547"/>
                </a:cubicBezTo>
                <a:cubicBezTo>
                  <a:pt x="1" y="546"/>
                  <a:pt x="0" y="544"/>
                  <a:pt x="0" y="540"/>
                </a:cubicBezTo>
                <a:cubicBezTo>
                  <a:pt x="0" y="539"/>
                  <a:pt x="1" y="535"/>
                  <a:pt x="2" y="529"/>
                </a:cubicBezTo>
                <a:cubicBezTo>
                  <a:pt x="4" y="522"/>
                  <a:pt x="5" y="518"/>
                  <a:pt x="6" y="517"/>
                </a:cubicBezTo>
                <a:cubicBezTo>
                  <a:pt x="7" y="514"/>
                  <a:pt x="13" y="512"/>
                  <a:pt x="24" y="512"/>
                </a:cubicBezTo>
                <a:cubicBezTo>
                  <a:pt x="61" y="512"/>
                  <a:pt x="85" y="501"/>
                  <a:pt x="95" y="480"/>
                </a:cubicBezTo>
                <a:cubicBezTo>
                  <a:pt x="97" y="477"/>
                  <a:pt x="116" y="405"/>
                  <a:pt x="152" y="264"/>
                </a:cubicBezTo>
                <a:cubicBezTo>
                  <a:pt x="186" y="124"/>
                  <a:pt x="204" y="51"/>
                  <a:pt x="204" y="4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3622680" y="4324320"/>
            <a:ext cx="208800" cy="203760"/>
          </a:xfrm>
          <a:custGeom>
            <a:avLst/>
            <a:gdLst/>
            <a:ahLst/>
            <a:rect l="0" t="0" r="r" b="b"/>
            <a:pathLst>
              <a:path w="580" h="566">
                <a:moveTo>
                  <a:pt x="159" y="37"/>
                </a:moveTo>
                <a:cubicBezTo>
                  <a:pt x="144" y="37"/>
                  <a:pt x="136" y="37"/>
                  <a:pt x="133" y="36"/>
                </a:cubicBezTo>
                <a:cubicBezTo>
                  <a:pt x="130" y="36"/>
                  <a:pt x="129" y="33"/>
                  <a:pt x="129" y="28"/>
                </a:cubicBezTo>
                <a:cubicBezTo>
                  <a:pt x="129" y="13"/>
                  <a:pt x="132" y="4"/>
                  <a:pt x="138" y="1"/>
                </a:cubicBezTo>
                <a:cubicBezTo>
                  <a:pt x="139" y="1"/>
                  <a:pt x="185" y="0"/>
                  <a:pt x="277" y="0"/>
                </a:cubicBezTo>
                <a:cubicBezTo>
                  <a:pt x="369" y="1"/>
                  <a:pt x="419" y="2"/>
                  <a:pt x="426" y="3"/>
                </a:cubicBezTo>
                <a:cubicBezTo>
                  <a:pt x="456" y="7"/>
                  <a:pt x="481" y="15"/>
                  <a:pt x="502" y="25"/>
                </a:cubicBezTo>
                <a:cubicBezTo>
                  <a:pt x="522" y="36"/>
                  <a:pt x="537" y="48"/>
                  <a:pt x="545" y="62"/>
                </a:cubicBezTo>
                <a:cubicBezTo>
                  <a:pt x="554" y="76"/>
                  <a:pt x="559" y="87"/>
                  <a:pt x="562" y="97"/>
                </a:cubicBezTo>
                <a:cubicBezTo>
                  <a:pt x="565" y="106"/>
                  <a:pt x="566" y="116"/>
                  <a:pt x="567" y="125"/>
                </a:cubicBezTo>
                <a:cubicBezTo>
                  <a:pt x="567" y="149"/>
                  <a:pt x="559" y="171"/>
                  <a:pt x="543" y="192"/>
                </a:cubicBezTo>
                <a:cubicBezTo>
                  <a:pt x="528" y="213"/>
                  <a:pt x="510" y="229"/>
                  <a:pt x="490" y="240"/>
                </a:cubicBezTo>
                <a:cubicBezTo>
                  <a:pt x="469" y="251"/>
                  <a:pt x="452" y="261"/>
                  <a:pt x="436" y="268"/>
                </a:cubicBezTo>
                <a:cubicBezTo>
                  <a:pt x="421" y="274"/>
                  <a:pt x="410" y="278"/>
                  <a:pt x="406" y="278"/>
                </a:cubicBezTo>
                <a:lnTo>
                  <a:pt x="411" y="282"/>
                </a:lnTo>
                <a:cubicBezTo>
                  <a:pt x="447" y="302"/>
                  <a:pt x="465" y="332"/>
                  <a:pt x="465" y="370"/>
                </a:cubicBezTo>
                <a:cubicBezTo>
                  <a:pt x="465" y="376"/>
                  <a:pt x="464" y="392"/>
                  <a:pt x="461" y="419"/>
                </a:cubicBezTo>
                <a:cubicBezTo>
                  <a:pt x="458" y="446"/>
                  <a:pt x="457" y="468"/>
                  <a:pt x="457" y="485"/>
                </a:cubicBezTo>
                <a:lnTo>
                  <a:pt x="457" y="492"/>
                </a:lnTo>
                <a:cubicBezTo>
                  <a:pt x="457" y="502"/>
                  <a:pt x="457" y="509"/>
                  <a:pt x="458" y="514"/>
                </a:cubicBezTo>
                <a:cubicBezTo>
                  <a:pt x="458" y="520"/>
                  <a:pt x="461" y="525"/>
                  <a:pt x="467" y="529"/>
                </a:cubicBezTo>
                <a:cubicBezTo>
                  <a:pt x="472" y="533"/>
                  <a:pt x="479" y="536"/>
                  <a:pt x="487" y="536"/>
                </a:cubicBezTo>
                <a:cubicBezTo>
                  <a:pt x="502" y="536"/>
                  <a:pt x="515" y="530"/>
                  <a:pt x="524" y="518"/>
                </a:cubicBezTo>
                <a:cubicBezTo>
                  <a:pt x="534" y="507"/>
                  <a:pt x="541" y="494"/>
                  <a:pt x="545" y="481"/>
                </a:cubicBezTo>
                <a:cubicBezTo>
                  <a:pt x="548" y="473"/>
                  <a:pt x="550" y="469"/>
                  <a:pt x="551" y="467"/>
                </a:cubicBezTo>
                <a:cubicBezTo>
                  <a:pt x="553" y="466"/>
                  <a:pt x="557" y="465"/>
                  <a:pt x="563" y="465"/>
                </a:cubicBezTo>
                <a:cubicBezTo>
                  <a:pt x="574" y="465"/>
                  <a:pt x="580" y="468"/>
                  <a:pt x="580" y="474"/>
                </a:cubicBezTo>
                <a:cubicBezTo>
                  <a:pt x="580" y="484"/>
                  <a:pt x="573" y="499"/>
                  <a:pt x="560" y="520"/>
                </a:cubicBezTo>
                <a:cubicBezTo>
                  <a:pt x="540" y="550"/>
                  <a:pt x="516" y="566"/>
                  <a:pt x="488" y="566"/>
                </a:cubicBezTo>
                <a:lnTo>
                  <a:pt x="481" y="566"/>
                </a:lnTo>
                <a:cubicBezTo>
                  <a:pt x="448" y="566"/>
                  <a:pt x="421" y="559"/>
                  <a:pt x="400" y="546"/>
                </a:cubicBezTo>
                <a:cubicBezTo>
                  <a:pt x="379" y="532"/>
                  <a:pt x="367" y="511"/>
                  <a:pt x="365" y="483"/>
                </a:cubicBezTo>
                <a:cubicBezTo>
                  <a:pt x="365" y="469"/>
                  <a:pt x="369" y="446"/>
                  <a:pt x="377" y="416"/>
                </a:cubicBezTo>
                <a:cubicBezTo>
                  <a:pt x="385" y="385"/>
                  <a:pt x="389" y="366"/>
                  <a:pt x="389" y="357"/>
                </a:cubicBezTo>
                <a:cubicBezTo>
                  <a:pt x="389" y="330"/>
                  <a:pt x="377" y="310"/>
                  <a:pt x="354" y="298"/>
                </a:cubicBezTo>
                <a:cubicBezTo>
                  <a:pt x="346" y="294"/>
                  <a:pt x="340" y="292"/>
                  <a:pt x="334" y="292"/>
                </a:cubicBezTo>
                <a:cubicBezTo>
                  <a:pt x="329" y="291"/>
                  <a:pt x="310" y="290"/>
                  <a:pt x="277" y="290"/>
                </a:cubicBezTo>
                <a:lnTo>
                  <a:pt x="222" y="290"/>
                </a:lnTo>
                <a:lnTo>
                  <a:pt x="196" y="394"/>
                </a:lnTo>
                <a:cubicBezTo>
                  <a:pt x="179" y="465"/>
                  <a:pt x="170" y="501"/>
                  <a:pt x="170" y="502"/>
                </a:cubicBezTo>
                <a:cubicBezTo>
                  <a:pt x="170" y="504"/>
                  <a:pt x="170" y="505"/>
                  <a:pt x="171" y="506"/>
                </a:cubicBezTo>
                <a:cubicBezTo>
                  <a:pt x="171" y="506"/>
                  <a:pt x="173" y="507"/>
                  <a:pt x="176" y="509"/>
                </a:cubicBezTo>
                <a:cubicBezTo>
                  <a:pt x="180" y="510"/>
                  <a:pt x="184" y="511"/>
                  <a:pt x="190" y="510"/>
                </a:cubicBezTo>
                <a:cubicBezTo>
                  <a:pt x="196" y="510"/>
                  <a:pt x="205" y="510"/>
                  <a:pt x="216" y="512"/>
                </a:cubicBezTo>
                <a:lnTo>
                  <a:pt x="241" y="512"/>
                </a:lnTo>
                <a:cubicBezTo>
                  <a:pt x="244" y="516"/>
                  <a:pt x="246" y="519"/>
                  <a:pt x="246" y="519"/>
                </a:cubicBezTo>
                <a:cubicBezTo>
                  <a:pt x="246" y="520"/>
                  <a:pt x="245" y="525"/>
                  <a:pt x="244" y="534"/>
                </a:cubicBezTo>
                <a:cubicBezTo>
                  <a:pt x="242" y="541"/>
                  <a:pt x="239" y="546"/>
                  <a:pt x="236" y="549"/>
                </a:cubicBezTo>
                <a:lnTo>
                  <a:pt x="224" y="549"/>
                </a:lnTo>
                <a:cubicBezTo>
                  <a:pt x="204" y="548"/>
                  <a:pt x="169" y="547"/>
                  <a:pt x="119" y="547"/>
                </a:cubicBezTo>
                <a:cubicBezTo>
                  <a:pt x="100" y="547"/>
                  <a:pt x="84" y="547"/>
                  <a:pt x="68" y="547"/>
                </a:cubicBezTo>
                <a:cubicBezTo>
                  <a:pt x="52" y="547"/>
                  <a:pt x="39" y="547"/>
                  <a:pt x="30" y="547"/>
                </a:cubicBezTo>
                <a:cubicBezTo>
                  <a:pt x="21" y="547"/>
                  <a:pt x="16" y="548"/>
                  <a:pt x="13" y="548"/>
                </a:cubicBezTo>
                <a:cubicBezTo>
                  <a:pt x="4" y="548"/>
                  <a:pt x="0" y="546"/>
                  <a:pt x="0" y="541"/>
                </a:cubicBezTo>
                <a:cubicBezTo>
                  <a:pt x="0" y="540"/>
                  <a:pt x="1" y="536"/>
                  <a:pt x="2" y="530"/>
                </a:cubicBezTo>
                <a:cubicBezTo>
                  <a:pt x="5" y="519"/>
                  <a:pt x="8" y="514"/>
                  <a:pt x="10" y="513"/>
                </a:cubicBezTo>
                <a:cubicBezTo>
                  <a:pt x="12" y="512"/>
                  <a:pt x="16" y="512"/>
                  <a:pt x="22" y="512"/>
                </a:cubicBezTo>
                <a:lnTo>
                  <a:pt x="27" y="512"/>
                </a:lnTo>
                <a:cubicBezTo>
                  <a:pt x="41" y="512"/>
                  <a:pt x="58" y="511"/>
                  <a:pt x="76" y="510"/>
                </a:cubicBezTo>
                <a:cubicBezTo>
                  <a:pt x="84" y="508"/>
                  <a:pt x="89" y="505"/>
                  <a:pt x="91" y="500"/>
                </a:cubicBezTo>
                <a:cubicBezTo>
                  <a:pt x="93" y="498"/>
                  <a:pt x="112" y="424"/>
                  <a:pt x="149" y="277"/>
                </a:cubicBezTo>
                <a:cubicBezTo>
                  <a:pt x="186" y="131"/>
                  <a:pt x="204" y="52"/>
                  <a:pt x="204" y="44"/>
                </a:cubicBezTo>
                <a:cubicBezTo>
                  <a:pt x="204" y="41"/>
                  <a:pt x="189" y="38"/>
                  <a:pt x="159" y="37"/>
                </a:cubicBezTo>
                <a:moveTo>
                  <a:pt x="479" y="104"/>
                </a:moveTo>
                <a:cubicBezTo>
                  <a:pt x="479" y="87"/>
                  <a:pt x="474" y="72"/>
                  <a:pt x="462" y="60"/>
                </a:cubicBezTo>
                <a:cubicBezTo>
                  <a:pt x="451" y="49"/>
                  <a:pt x="428" y="41"/>
                  <a:pt x="394" y="38"/>
                </a:cubicBezTo>
                <a:cubicBezTo>
                  <a:pt x="392" y="38"/>
                  <a:pt x="386" y="38"/>
                  <a:pt x="375" y="38"/>
                </a:cubicBezTo>
                <a:cubicBezTo>
                  <a:pt x="364" y="38"/>
                  <a:pt x="354" y="38"/>
                  <a:pt x="345" y="37"/>
                </a:cubicBezTo>
                <a:lnTo>
                  <a:pt x="327" y="37"/>
                </a:lnTo>
                <a:cubicBezTo>
                  <a:pt x="302" y="37"/>
                  <a:pt x="287" y="40"/>
                  <a:pt x="284" y="45"/>
                </a:cubicBezTo>
                <a:cubicBezTo>
                  <a:pt x="283" y="47"/>
                  <a:pt x="274" y="82"/>
                  <a:pt x="256" y="153"/>
                </a:cubicBezTo>
                <a:cubicBezTo>
                  <a:pt x="239" y="222"/>
                  <a:pt x="230" y="258"/>
                  <a:pt x="230" y="259"/>
                </a:cubicBezTo>
                <a:cubicBezTo>
                  <a:pt x="230" y="260"/>
                  <a:pt x="248" y="260"/>
                  <a:pt x="285" y="260"/>
                </a:cubicBezTo>
                <a:cubicBezTo>
                  <a:pt x="327" y="260"/>
                  <a:pt x="355" y="258"/>
                  <a:pt x="369" y="255"/>
                </a:cubicBezTo>
                <a:cubicBezTo>
                  <a:pt x="403" y="249"/>
                  <a:pt x="430" y="234"/>
                  <a:pt x="449" y="207"/>
                </a:cubicBezTo>
                <a:cubicBezTo>
                  <a:pt x="457" y="195"/>
                  <a:pt x="465" y="179"/>
                  <a:pt x="471" y="159"/>
                </a:cubicBezTo>
                <a:cubicBezTo>
                  <a:pt x="476" y="140"/>
                  <a:pt x="479" y="121"/>
                  <a:pt x="479" y="10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3845880" y="4474440"/>
            <a:ext cx="136800" cy="92880"/>
          </a:xfrm>
          <a:custGeom>
            <a:avLst/>
            <a:gdLst/>
            <a:ahLst/>
            <a:rect l="0" t="0" r="r" b="b"/>
            <a:pathLst>
              <a:path w="380" h="258">
                <a:moveTo>
                  <a:pt x="318" y="33"/>
                </a:moveTo>
                <a:cubicBezTo>
                  <a:pt x="318" y="25"/>
                  <a:pt x="321" y="18"/>
                  <a:pt x="329" y="11"/>
                </a:cubicBezTo>
                <a:cubicBezTo>
                  <a:pt x="336" y="4"/>
                  <a:pt x="344" y="0"/>
                  <a:pt x="352" y="0"/>
                </a:cubicBezTo>
                <a:cubicBezTo>
                  <a:pt x="359" y="0"/>
                  <a:pt x="366" y="3"/>
                  <a:pt x="371" y="10"/>
                </a:cubicBezTo>
                <a:cubicBezTo>
                  <a:pt x="377" y="17"/>
                  <a:pt x="380" y="28"/>
                  <a:pt x="380" y="44"/>
                </a:cubicBezTo>
                <a:cubicBezTo>
                  <a:pt x="380" y="55"/>
                  <a:pt x="377" y="76"/>
                  <a:pt x="369" y="109"/>
                </a:cubicBezTo>
                <a:cubicBezTo>
                  <a:pt x="364" y="130"/>
                  <a:pt x="359" y="147"/>
                  <a:pt x="354" y="161"/>
                </a:cubicBezTo>
                <a:cubicBezTo>
                  <a:pt x="350" y="174"/>
                  <a:pt x="343" y="190"/>
                  <a:pt x="334" y="207"/>
                </a:cubicBezTo>
                <a:cubicBezTo>
                  <a:pt x="326" y="224"/>
                  <a:pt x="315" y="237"/>
                  <a:pt x="303" y="245"/>
                </a:cubicBezTo>
                <a:cubicBezTo>
                  <a:pt x="291" y="254"/>
                  <a:pt x="277" y="258"/>
                  <a:pt x="262" y="258"/>
                </a:cubicBezTo>
                <a:cubicBezTo>
                  <a:pt x="246" y="258"/>
                  <a:pt x="231" y="255"/>
                  <a:pt x="218" y="249"/>
                </a:cubicBezTo>
                <a:cubicBezTo>
                  <a:pt x="205" y="243"/>
                  <a:pt x="196" y="235"/>
                  <a:pt x="190" y="225"/>
                </a:cubicBezTo>
                <a:cubicBezTo>
                  <a:pt x="190" y="225"/>
                  <a:pt x="189" y="226"/>
                  <a:pt x="189" y="227"/>
                </a:cubicBezTo>
                <a:cubicBezTo>
                  <a:pt x="173" y="248"/>
                  <a:pt x="154" y="258"/>
                  <a:pt x="132" y="258"/>
                </a:cubicBezTo>
                <a:cubicBezTo>
                  <a:pt x="122" y="258"/>
                  <a:pt x="112" y="257"/>
                  <a:pt x="103" y="255"/>
                </a:cubicBezTo>
                <a:cubicBezTo>
                  <a:pt x="94" y="253"/>
                  <a:pt x="85" y="249"/>
                  <a:pt x="76" y="244"/>
                </a:cubicBezTo>
                <a:cubicBezTo>
                  <a:pt x="67" y="239"/>
                  <a:pt x="60" y="232"/>
                  <a:pt x="55" y="222"/>
                </a:cubicBezTo>
                <a:cubicBezTo>
                  <a:pt x="50" y="212"/>
                  <a:pt x="47" y="200"/>
                  <a:pt x="47" y="186"/>
                </a:cubicBezTo>
                <a:cubicBezTo>
                  <a:pt x="47" y="166"/>
                  <a:pt x="54" y="138"/>
                  <a:pt x="66" y="104"/>
                </a:cubicBezTo>
                <a:cubicBezTo>
                  <a:pt x="79" y="69"/>
                  <a:pt x="86" y="47"/>
                  <a:pt x="86" y="37"/>
                </a:cubicBezTo>
                <a:lnTo>
                  <a:pt x="86" y="35"/>
                </a:lnTo>
                <a:cubicBezTo>
                  <a:pt x="86" y="32"/>
                  <a:pt x="86" y="30"/>
                  <a:pt x="86" y="28"/>
                </a:cubicBezTo>
                <a:cubicBezTo>
                  <a:pt x="86" y="27"/>
                  <a:pt x="85" y="26"/>
                  <a:pt x="84" y="24"/>
                </a:cubicBezTo>
                <a:cubicBezTo>
                  <a:pt x="82" y="23"/>
                  <a:pt x="80" y="22"/>
                  <a:pt x="78" y="22"/>
                </a:cubicBezTo>
                <a:lnTo>
                  <a:pt x="75" y="22"/>
                </a:lnTo>
                <a:cubicBezTo>
                  <a:pt x="67" y="22"/>
                  <a:pt x="59" y="26"/>
                  <a:pt x="52" y="33"/>
                </a:cubicBezTo>
                <a:cubicBezTo>
                  <a:pt x="44" y="41"/>
                  <a:pt x="39" y="49"/>
                  <a:pt x="35" y="57"/>
                </a:cubicBezTo>
                <a:cubicBezTo>
                  <a:pt x="31" y="65"/>
                  <a:pt x="27" y="73"/>
                  <a:pt x="25" y="81"/>
                </a:cubicBezTo>
                <a:cubicBezTo>
                  <a:pt x="23" y="89"/>
                  <a:pt x="21" y="93"/>
                  <a:pt x="20" y="93"/>
                </a:cubicBezTo>
                <a:cubicBezTo>
                  <a:pt x="20" y="94"/>
                  <a:pt x="17" y="95"/>
                  <a:pt x="11" y="95"/>
                </a:cubicBezTo>
                <a:lnTo>
                  <a:pt x="3" y="95"/>
                </a:lnTo>
                <a:cubicBezTo>
                  <a:pt x="1" y="92"/>
                  <a:pt x="0" y="91"/>
                  <a:pt x="0" y="89"/>
                </a:cubicBezTo>
                <a:cubicBezTo>
                  <a:pt x="0" y="87"/>
                  <a:pt x="2" y="82"/>
                  <a:pt x="5" y="74"/>
                </a:cubicBezTo>
                <a:cubicBezTo>
                  <a:pt x="8" y="65"/>
                  <a:pt x="12" y="56"/>
                  <a:pt x="18" y="45"/>
                </a:cubicBezTo>
                <a:cubicBezTo>
                  <a:pt x="23" y="33"/>
                  <a:pt x="32" y="23"/>
                  <a:pt x="43" y="14"/>
                </a:cubicBezTo>
                <a:cubicBezTo>
                  <a:pt x="54" y="6"/>
                  <a:pt x="66" y="1"/>
                  <a:pt x="79" y="1"/>
                </a:cubicBezTo>
                <a:cubicBezTo>
                  <a:pt x="96" y="1"/>
                  <a:pt x="108" y="6"/>
                  <a:pt x="117" y="15"/>
                </a:cubicBezTo>
                <a:cubicBezTo>
                  <a:pt x="127" y="25"/>
                  <a:pt x="131" y="37"/>
                  <a:pt x="131" y="49"/>
                </a:cubicBezTo>
                <a:cubicBezTo>
                  <a:pt x="131" y="56"/>
                  <a:pt x="125" y="76"/>
                  <a:pt x="111" y="110"/>
                </a:cubicBezTo>
                <a:cubicBezTo>
                  <a:pt x="99" y="144"/>
                  <a:pt x="92" y="171"/>
                  <a:pt x="92" y="189"/>
                </a:cubicBezTo>
                <a:cubicBezTo>
                  <a:pt x="92" y="207"/>
                  <a:pt x="96" y="219"/>
                  <a:pt x="104" y="226"/>
                </a:cubicBezTo>
                <a:cubicBezTo>
                  <a:pt x="112" y="233"/>
                  <a:pt x="123" y="237"/>
                  <a:pt x="135" y="237"/>
                </a:cubicBezTo>
                <a:cubicBezTo>
                  <a:pt x="152" y="237"/>
                  <a:pt x="166" y="226"/>
                  <a:pt x="178" y="203"/>
                </a:cubicBezTo>
                <a:lnTo>
                  <a:pt x="181" y="198"/>
                </a:lnTo>
                <a:lnTo>
                  <a:pt x="181" y="185"/>
                </a:lnTo>
                <a:cubicBezTo>
                  <a:pt x="181" y="184"/>
                  <a:pt x="181" y="182"/>
                  <a:pt x="181" y="180"/>
                </a:cubicBezTo>
                <a:cubicBezTo>
                  <a:pt x="181" y="177"/>
                  <a:pt x="182" y="176"/>
                  <a:pt x="182" y="175"/>
                </a:cubicBezTo>
                <a:cubicBezTo>
                  <a:pt x="182" y="174"/>
                  <a:pt x="182" y="173"/>
                  <a:pt x="182" y="171"/>
                </a:cubicBezTo>
                <a:cubicBezTo>
                  <a:pt x="182" y="169"/>
                  <a:pt x="183" y="167"/>
                  <a:pt x="183" y="166"/>
                </a:cubicBezTo>
                <a:cubicBezTo>
                  <a:pt x="183" y="164"/>
                  <a:pt x="184" y="162"/>
                  <a:pt x="185" y="159"/>
                </a:cubicBezTo>
                <a:cubicBezTo>
                  <a:pt x="185" y="155"/>
                  <a:pt x="186" y="152"/>
                  <a:pt x="186" y="149"/>
                </a:cubicBezTo>
                <a:cubicBezTo>
                  <a:pt x="187" y="146"/>
                  <a:pt x="188" y="141"/>
                  <a:pt x="190" y="135"/>
                </a:cubicBezTo>
                <a:cubicBezTo>
                  <a:pt x="192" y="129"/>
                  <a:pt x="193" y="123"/>
                  <a:pt x="194" y="117"/>
                </a:cubicBezTo>
                <a:cubicBezTo>
                  <a:pt x="195" y="111"/>
                  <a:pt x="198" y="103"/>
                  <a:pt x="201" y="93"/>
                </a:cubicBezTo>
                <a:cubicBezTo>
                  <a:pt x="212" y="50"/>
                  <a:pt x="218" y="26"/>
                  <a:pt x="219" y="22"/>
                </a:cubicBezTo>
                <a:cubicBezTo>
                  <a:pt x="224" y="12"/>
                  <a:pt x="232" y="7"/>
                  <a:pt x="244" y="7"/>
                </a:cubicBezTo>
                <a:cubicBezTo>
                  <a:pt x="251" y="7"/>
                  <a:pt x="256" y="9"/>
                  <a:pt x="258" y="13"/>
                </a:cubicBezTo>
                <a:cubicBezTo>
                  <a:pt x="261" y="16"/>
                  <a:pt x="263" y="20"/>
                  <a:pt x="263" y="23"/>
                </a:cubicBezTo>
                <a:cubicBezTo>
                  <a:pt x="263" y="28"/>
                  <a:pt x="257" y="53"/>
                  <a:pt x="246" y="97"/>
                </a:cubicBezTo>
                <a:cubicBezTo>
                  <a:pt x="236" y="140"/>
                  <a:pt x="229" y="165"/>
                  <a:pt x="228" y="172"/>
                </a:cubicBezTo>
                <a:cubicBezTo>
                  <a:pt x="228" y="176"/>
                  <a:pt x="227" y="182"/>
                  <a:pt x="227" y="191"/>
                </a:cubicBezTo>
                <a:lnTo>
                  <a:pt x="227" y="195"/>
                </a:lnTo>
                <a:cubicBezTo>
                  <a:pt x="227" y="201"/>
                  <a:pt x="228" y="207"/>
                  <a:pt x="229" y="212"/>
                </a:cubicBezTo>
                <a:cubicBezTo>
                  <a:pt x="230" y="217"/>
                  <a:pt x="234" y="223"/>
                  <a:pt x="240" y="228"/>
                </a:cubicBezTo>
                <a:cubicBezTo>
                  <a:pt x="246" y="234"/>
                  <a:pt x="254" y="237"/>
                  <a:pt x="265" y="237"/>
                </a:cubicBezTo>
                <a:cubicBezTo>
                  <a:pt x="292" y="237"/>
                  <a:pt x="313" y="214"/>
                  <a:pt x="329" y="168"/>
                </a:cubicBezTo>
                <a:cubicBezTo>
                  <a:pt x="333" y="160"/>
                  <a:pt x="336" y="147"/>
                  <a:pt x="341" y="131"/>
                </a:cubicBezTo>
                <a:cubicBezTo>
                  <a:pt x="345" y="116"/>
                  <a:pt x="347" y="104"/>
                  <a:pt x="347" y="97"/>
                </a:cubicBezTo>
                <a:cubicBezTo>
                  <a:pt x="347" y="85"/>
                  <a:pt x="345" y="75"/>
                  <a:pt x="340" y="68"/>
                </a:cubicBezTo>
                <a:cubicBezTo>
                  <a:pt x="335" y="61"/>
                  <a:pt x="330" y="55"/>
                  <a:pt x="325" y="50"/>
                </a:cubicBezTo>
                <a:cubicBezTo>
                  <a:pt x="320" y="45"/>
                  <a:pt x="318" y="40"/>
                  <a:pt x="318" y="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3994560" y="4474800"/>
            <a:ext cx="90720" cy="92520"/>
          </a:xfrm>
          <a:custGeom>
            <a:avLst/>
            <a:gdLst/>
            <a:ahLst/>
            <a:rect l="0" t="0" r="r" b="b"/>
            <a:pathLst>
              <a:path w="252" h="257">
                <a:moveTo>
                  <a:pt x="96" y="257"/>
                </a:moveTo>
                <a:cubicBezTo>
                  <a:pt x="68" y="257"/>
                  <a:pt x="45" y="248"/>
                  <a:pt x="26" y="229"/>
                </a:cubicBezTo>
                <a:cubicBezTo>
                  <a:pt x="9" y="210"/>
                  <a:pt x="0" y="188"/>
                  <a:pt x="0" y="162"/>
                </a:cubicBezTo>
                <a:cubicBezTo>
                  <a:pt x="0" y="137"/>
                  <a:pt x="6" y="114"/>
                  <a:pt x="17" y="92"/>
                </a:cubicBezTo>
                <a:cubicBezTo>
                  <a:pt x="30" y="70"/>
                  <a:pt x="45" y="51"/>
                  <a:pt x="65" y="35"/>
                </a:cubicBezTo>
                <a:cubicBezTo>
                  <a:pt x="93" y="12"/>
                  <a:pt x="123" y="0"/>
                  <a:pt x="153" y="0"/>
                </a:cubicBezTo>
                <a:cubicBezTo>
                  <a:pt x="165" y="0"/>
                  <a:pt x="172" y="0"/>
                  <a:pt x="175" y="1"/>
                </a:cubicBezTo>
                <a:cubicBezTo>
                  <a:pt x="180" y="2"/>
                  <a:pt x="185" y="3"/>
                  <a:pt x="190" y="5"/>
                </a:cubicBezTo>
                <a:cubicBezTo>
                  <a:pt x="195" y="6"/>
                  <a:pt x="201" y="9"/>
                  <a:pt x="210" y="14"/>
                </a:cubicBezTo>
                <a:cubicBezTo>
                  <a:pt x="218" y="18"/>
                  <a:pt x="225" y="24"/>
                  <a:pt x="230" y="31"/>
                </a:cubicBezTo>
                <a:cubicBezTo>
                  <a:pt x="235" y="38"/>
                  <a:pt x="240" y="47"/>
                  <a:pt x="245" y="59"/>
                </a:cubicBezTo>
                <a:cubicBezTo>
                  <a:pt x="249" y="70"/>
                  <a:pt x="252" y="83"/>
                  <a:pt x="252" y="98"/>
                </a:cubicBezTo>
                <a:cubicBezTo>
                  <a:pt x="252" y="139"/>
                  <a:pt x="235" y="175"/>
                  <a:pt x="203" y="208"/>
                </a:cubicBezTo>
                <a:cubicBezTo>
                  <a:pt x="171" y="240"/>
                  <a:pt x="135" y="257"/>
                  <a:pt x="96" y="257"/>
                </a:cubicBezTo>
                <a:moveTo>
                  <a:pt x="51" y="182"/>
                </a:moveTo>
                <a:cubicBezTo>
                  <a:pt x="51" y="201"/>
                  <a:pt x="55" y="215"/>
                  <a:pt x="65" y="223"/>
                </a:cubicBezTo>
                <a:cubicBezTo>
                  <a:pt x="75" y="231"/>
                  <a:pt x="86" y="235"/>
                  <a:pt x="99" y="235"/>
                </a:cubicBezTo>
                <a:cubicBezTo>
                  <a:pt x="115" y="235"/>
                  <a:pt x="131" y="229"/>
                  <a:pt x="146" y="217"/>
                </a:cubicBezTo>
                <a:cubicBezTo>
                  <a:pt x="160" y="205"/>
                  <a:pt x="172" y="189"/>
                  <a:pt x="181" y="170"/>
                </a:cubicBezTo>
                <a:cubicBezTo>
                  <a:pt x="184" y="162"/>
                  <a:pt x="189" y="148"/>
                  <a:pt x="194" y="128"/>
                </a:cubicBezTo>
                <a:cubicBezTo>
                  <a:pt x="199" y="108"/>
                  <a:pt x="202" y="90"/>
                  <a:pt x="202" y="76"/>
                </a:cubicBezTo>
                <a:cubicBezTo>
                  <a:pt x="202" y="59"/>
                  <a:pt x="198" y="46"/>
                  <a:pt x="192" y="38"/>
                </a:cubicBezTo>
                <a:cubicBezTo>
                  <a:pt x="183" y="26"/>
                  <a:pt x="171" y="21"/>
                  <a:pt x="155" y="21"/>
                </a:cubicBezTo>
                <a:cubicBezTo>
                  <a:pt x="132" y="21"/>
                  <a:pt x="111" y="32"/>
                  <a:pt x="92" y="53"/>
                </a:cubicBezTo>
                <a:cubicBezTo>
                  <a:pt x="79" y="70"/>
                  <a:pt x="68" y="92"/>
                  <a:pt x="61" y="120"/>
                </a:cubicBezTo>
                <a:cubicBezTo>
                  <a:pt x="55" y="147"/>
                  <a:pt x="51" y="168"/>
                  <a:pt x="51" y="18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091040" y="4474800"/>
            <a:ext cx="171000" cy="92520"/>
          </a:xfrm>
          <a:custGeom>
            <a:avLst/>
            <a:gdLst/>
            <a:ahLst/>
            <a:rect l="0" t="0" r="r" b="b"/>
            <a:pathLst>
              <a:path w="475" h="257">
                <a:moveTo>
                  <a:pt x="0" y="87"/>
                </a:moveTo>
                <a:cubicBezTo>
                  <a:pt x="0" y="85"/>
                  <a:pt x="1" y="82"/>
                  <a:pt x="1" y="78"/>
                </a:cubicBezTo>
                <a:cubicBezTo>
                  <a:pt x="2" y="75"/>
                  <a:pt x="4" y="67"/>
                  <a:pt x="8" y="57"/>
                </a:cubicBezTo>
                <a:cubicBezTo>
                  <a:pt x="12" y="46"/>
                  <a:pt x="16" y="37"/>
                  <a:pt x="20" y="30"/>
                </a:cubicBezTo>
                <a:cubicBezTo>
                  <a:pt x="23" y="23"/>
                  <a:pt x="29" y="16"/>
                  <a:pt x="38" y="9"/>
                </a:cubicBezTo>
                <a:cubicBezTo>
                  <a:pt x="46" y="2"/>
                  <a:pt x="54" y="-1"/>
                  <a:pt x="63" y="0"/>
                </a:cubicBezTo>
                <a:cubicBezTo>
                  <a:pt x="71" y="0"/>
                  <a:pt x="79" y="1"/>
                  <a:pt x="87" y="4"/>
                </a:cubicBezTo>
                <a:cubicBezTo>
                  <a:pt x="95" y="6"/>
                  <a:pt x="101" y="9"/>
                  <a:pt x="104" y="14"/>
                </a:cubicBezTo>
                <a:cubicBezTo>
                  <a:pt x="107" y="18"/>
                  <a:pt x="110" y="22"/>
                  <a:pt x="113" y="26"/>
                </a:cubicBezTo>
                <a:cubicBezTo>
                  <a:pt x="116" y="30"/>
                  <a:pt x="117" y="34"/>
                  <a:pt x="118" y="37"/>
                </a:cubicBezTo>
                <a:lnTo>
                  <a:pt x="119" y="41"/>
                </a:lnTo>
                <a:cubicBezTo>
                  <a:pt x="119" y="42"/>
                  <a:pt x="119" y="42"/>
                  <a:pt x="119" y="42"/>
                </a:cubicBezTo>
                <a:lnTo>
                  <a:pt x="126" y="36"/>
                </a:lnTo>
                <a:cubicBezTo>
                  <a:pt x="148" y="12"/>
                  <a:pt x="175" y="0"/>
                  <a:pt x="205" y="0"/>
                </a:cubicBezTo>
                <a:cubicBezTo>
                  <a:pt x="212" y="0"/>
                  <a:pt x="218" y="0"/>
                  <a:pt x="223" y="1"/>
                </a:cubicBezTo>
                <a:cubicBezTo>
                  <a:pt x="229" y="2"/>
                  <a:pt x="234" y="3"/>
                  <a:pt x="239" y="5"/>
                </a:cubicBezTo>
                <a:cubicBezTo>
                  <a:pt x="243" y="7"/>
                  <a:pt x="247" y="8"/>
                  <a:pt x="250" y="10"/>
                </a:cubicBezTo>
                <a:cubicBezTo>
                  <a:pt x="252" y="12"/>
                  <a:pt x="255" y="15"/>
                  <a:pt x="258" y="17"/>
                </a:cubicBezTo>
                <a:cubicBezTo>
                  <a:pt x="261" y="20"/>
                  <a:pt x="263" y="22"/>
                  <a:pt x="264" y="25"/>
                </a:cubicBezTo>
                <a:cubicBezTo>
                  <a:pt x="264" y="27"/>
                  <a:pt x="266" y="29"/>
                  <a:pt x="268" y="32"/>
                </a:cubicBezTo>
                <a:cubicBezTo>
                  <a:pt x="271" y="35"/>
                  <a:pt x="271" y="37"/>
                  <a:pt x="271" y="39"/>
                </a:cubicBezTo>
                <a:cubicBezTo>
                  <a:pt x="270" y="41"/>
                  <a:pt x="270" y="42"/>
                  <a:pt x="272" y="44"/>
                </a:cubicBezTo>
                <a:cubicBezTo>
                  <a:pt x="274" y="45"/>
                  <a:pt x="274" y="47"/>
                  <a:pt x="273" y="48"/>
                </a:cubicBezTo>
                <a:lnTo>
                  <a:pt x="278" y="42"/>
                </a:lnTo>
                <a:cubicBezTo>
                  <a:pt x="302" y="14"/>
                  <a:pt x="330" y="0"/>
                  <a:pt x="362" y="0"/>
                </a:cubicBezTo>
                <a:cubicBezTo>
                  <a:pt x="383" y="0"/>
                  <a:pt x="399" y="5"/>
                  <a:pt x="412" y="15"/>
                </a:cubicBezTo>
                <a:cubicBezTo>
                  <a:pt x="424" y="25"/>
                  <a:pt x="431" y="40"/>
                  <a:pt x="431" y="60"/>
                </a:cubicBezTo>
                <a:cubicBezTo>
                  <a:pt x="431" y="79"/>
                  <a:pt x="424" y="109"/>
                  <a:pt x="409" y="149"/>
                </a:cubicBezTo>
                <a:cubicBezTo>
                  <a:pt x="395" y="190"/>
                  <a:pt x="388" y="214"/>
                  <a:pt x="388" y="222"/>
                </a:cubicBezTo>
                <a:cubicBezTo>
                  <a:pt x="388" y="227"/>
                  <a:pt x="389" y="231"/>
                  <a:pt x="391" y="233"/>
                </a:cubicBezTo>
                <a:cubicBezTo>
                  <a:pt x="392" y="234"/>
                  <a:pt x="395" y="235"/>
                  <a:pt x="399" y="235"/>
                </a:cubicBezTo>
                <a:cubicBezTo>
                  <a:pt x="410" y="235"/>
                  <a:pt x="420" y="230"/>
                  <a:pt x="429" y="218"/>
                </a:cubicBezTo>
                <a:cubicBezTo>
                  <a:pt x="438" y="207"/>
                  <a:pt x="445" y="192"/>
                  <a:pt x="451" y="172"/>
                </a:cubicBezTo>
                <a:cubicBezTo>
                  <a:pt x="452" y="168"/>
                  <a:pt x="453" y="165"/>
                  <a:pt x="454" y="165"/>
                </a:cubicBezTo>
                <a:cubicBezTo>
                  <a:pt x="455" y="164"/>
                  <a:pt x="458" y="163"/>
                  <a:pt x="463" y="163"/>
                </a:cubicBezTo>
                <a:cubicBezTo>
                  <a:pt x="471" y="163"/>
                  <a:pt x="475" y="165"/>
                  <a:pt x="475" y="168"/>
                </a:cubicBezTo>
                <a:cubicBezTo>
                  <a:pt x="475" y="168"/>
                  <a:pt x="474" y="171"/>
                  <a:pt x="472" y="176"/>
                </a:cubicBezTo>
                <a:cubicBezTo>
                  <a:pt x="469" y="187"/>
                  <a:pt x="465" y="198"/>
                  <a:pt x="460" y="209"/>
                </a:cubicBezTo>
                <a:cubicBezTo>
                  <a:pt x="455" y="219"/>
                  <a:pt x="446" y="230"/>
                  <a:pt x="434" y="240"/>
                </a:cubicBezTo>
                <a:cubicBezTo>
                  <a:pt x="422" y="252"/>
                  <a:pt x="409" y="257"/>
                  <a:pt x="395" y="257"/>
                </a:cubicBezTo>
                <a:cubicBezTo>
                  <a:pt x="377" y="257"/>
                  <a:pt x="364" y="252"/>
                  <a:pt x="356" y="240"/>
                </a:cubicBezTo>
                <a:cubicBezTo>
                  <a:pt x="348" y="230"/>
                  <a:pt x="344" y="220"/>
                  <a:pt x="344" y="209"/>
                </a:cubicBezTo>
                <a:cubicBezTo>
                  <a:pt x="344" y="202"/>
                  <a:pt x="351" y="179"/>
                  <a:pt x="365" y="141"/>
                </a:cubicBezTo>
                <a:cubicBezTo>
                  <a:pt x="378" y="103"/>
                  <a:pt x="385" y="74"/>
                  <a:pt x="386" y="55"/>
                </a:cubicBezTo>
                <a:cubicBezTo>
                  <a:pt x="386" y="32"/>
                  <a:pt x="377" y="21"/>
                  <a:pt x="361" y="21"/>
                </a:cubicBezTo>
                <a:lnTo>
                  <a:pt x="358" y="21"/>
                </a:lnTo>
                <a:cubicBezTo>
                  <a:pt x="325" y="21"/>
                  <a:pt x="298" y="40"/>
                  <a:pt x="276" y="78"/>
                </a:cubicBezTo>
                <a:lnTo>
                  <a:pt x="272" y="85"/>
                </a:lnTo>
                <a:lnTo>
                  <a:pt x="253" y="161"/>
                </a:lnTo>
                <a:cubicBezTo>
                  <a:pt x="240" y="211"/>
                  <a:pt x="233" y="237"/>
                  <a:pt x="231" y="241"/>
                </a:cubicBezTo>
                <a:cubicBezTo>
                  <a:pt x="226" y="252"/>
                  <a:pt x="217" y="257"/>
                  <a:pt x="206" y="257"/>
                </a:cubicBezTo>
                <a:cubicBezTo>
                  <a:pt x="201" y="257"/>
                  <a:pt x="197" y="256"/>
                  <a:pt x="194" y="253"/>
                </a:cubicBezTo>
                <a:cubicBezTo>
                  <a:pt x="191" y="251"/>
                  <a:pt x="189" y="248"/>
                  <a:pt x="188" y="247"/>
                </a:cubicBezTo>
                <a:cubicBezTo>
                  <a:pt x="187" y="245"/>
                  <a:pt x="186" y="243"/>
                  <a:pt x="186" y="240"/>
                </a:cubicBezTo>
                <a:cubicBezTo>
                  <a:pt x="186" y="236"/>
                  <a:pt x="193" y="209"/>
                  <a:pt x="205" y="159"/>
                </a:cubicBezTo>
                <a:lnTo>
                  <a:pt x="227" y="76"/>
                </a:lnTo>
                <a:cubicBezTo>
                  <a:pt x="228" y="70"/>
                  <a:pt x="229" y="63"/>
                  <a:pt x="229" y="55"/>
                </a:cubicBezTo>
                <a:cubicBezTo>
                  <a:pt x="229" y="32"/>
                  <a:pt x="219" y="21"/>
                  <a:pt x="203" y="21"/>
                </a:cubicBezTo>
                <a:lnTo>
                  <a:pt x="200" y="21"/>
                </a:lnTo>
                <a:cubicBezTo>
                  <a:pt x="167" y="21"/>
                  <a:pt x="140" y="40"/>
                  <a:pt x="118" y="78"/>
                </a:cubicBezTo>
                <a:lnTo>
                  <a:pt x="114" y="85"/>
                </a:lnTo>
                <a:lnTo>
                  <a:pt x="95" y="161"/>
                </a:lnTo>
                <a:cubicBezTo>
                  <a:pt x="82" y="211"/>
                  <a:pt x="75" y="237"/>
                  <a:pt x="73" y="241"/>
                </a:cubicBezTo>
                <a:cubicBezTo>
                  <a:pt x="69" y="252"/>
                  <a:pt x="60" y="257"/>
                  <a:pt x="49" y="257"/>
                </a:cubicBezTo>
                <a:cubicBezTo>
                  <a:pt x="44" y="257"/>
                  <a:pt x="40" y="256"/>
                  <a:pt x="37" y="254"/>
                </a:cubicBezTo>
                <a:cubicBezTo>
                  <a:pt x="34" y="252"/>
                  <a:pt x="32" y="249"/>
                  <a:pt x="31" y="247"/>
                </a:cubicBezTo>
                <a:cubicBezTo>
                  <a:pt x="30" y="245"/>
                  <a:pt x="29" y="243"/>
                  <a:pt x="30" y="240"/>
                </a:cubicBezTo>
                <a:cubicBezTo>
                  <a:pt x="30" y="236"/>
                  <a:pt x="37" y="205"/>
                  <a:pt x="51" y="148"/>
                </a:cubicBezTo>
                <a:cubicBezTo>
                  <a:pt x="66" y="89"/>
                  <a:pt x="73" y="59"/>
                  <a:pt x="73" y="56"/>
                </a:cubicBezTo>
                <a:cubicBezTo>
                  <a:pt x="75" y="51"/>
                  <a:pt x="75" y="46"/>
                  <a:pt x="75" y="41"/>
                </a:cubicBezTo>
                <a:cubicBezTo>
                  <a:pt x="75" y="27"/>
                  <a:pt x="70" y="21"/>
                  <a:pt x="61" y="21"/>
                </a:cubicBezTo>
                <a:cubicBezTo>
                  <a:pt x="53" y="21"/>
                  <a:pt x="46" y="26"/>
                  <a:pt x="40" y="36"/>
                </a:cubicBezTo>
                <a:cubicBezTo>
                  <a:pt x="34" y="47"/>
                  <a:pt x="30" y="59"/>
                  <a:pt x="27" y="71"/>
                </a:cubicBezTo>
                <a:cubicBezTo>
                  <a:pt x="24" y="83"/>
                  <a:pt x="22" y="90"/>
                  <a:pt x="20" y="91"/>
                </a:cubicBezTo>
                <a:cubicBezTo>
                  <a:pt x="19" y="92"/>
                  <a:pt x="16" y="93"/>
                  <a:pt x="11" y="93"/>
                </a:cubicBezTo>
                <a:lnTo>
                  <a:pt x="3" y="93"/>
                </a:lnTo>
                <a:cubicBezTo>
                  <a:pt x="1" y="90"/>
                  <a:pt x="0" y="89"/>
                  <a:pt x="0" y="8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273920" y="4474800"/>
            <a:ext cx="79920" cy="92520"/>
          </a:xfrm>
          <a:custGeom>
            <a:avLst/>
            <a:gdLst/>
            <a:ahLst/>
            <a:rect l="0" t="0" r="r" b="b"/>
            <a:pathLst>
              <a:path w="222" h="257">
                <a:moveTo>
                  <a:pt x="0" y="155"/>
                </a:moveTo>
                <a:cubicBezTo>
                  <a:pt x="0" y="133"/>
                  <a:pt x="3" y="114"/>
                  <a:pt x="10" y="96"/>
                </a:cubicBezTo>
                <a:cubicBezTo>
                  <a:pt x="17" y="78"/>
                  <a:pt x="27" y="63"/>
                  <a:pt x="38" y="52"/>
                </a:cubicBezTo>
                <a:cubicBezTo>
                  <a:pt x="49" y="40"/>
                  <a:pt x="62" y="30"/>
                  <a:pt x="76" y="22"/>
                </a:cubicBezTo>
                <a:cubicBezTo>
                  <a:pt x="90" y="14"/>
                  <a:pt x="103" y="8"/>
                  <a:pt x="116" y="5"/>
                </a:cubicBezTo>
                <a:cubicBezTo>
                  <a:pt x="128" y="1"/>
                  <a:pt x="140" y="-1"/>
                  <a:pt x="151" y="0"/>
                </a:cubicBezTo>
                <a:lnTo>
                  <a:pt x="153" y="0"/>
                </a:lnTo>
                <a:cubicBezTo>
                  <a:pt x="170" y="0"/>
                  <a:pt x="186" y="4"/>
                  <a:pt x="198" y="12"/>
                </a:cubicBezTo>
                <a:cubicBezTo>
                  <a:pt x="211" y="20"/>
                  <a:pt x="217" y="33"/>
                  <a:pt x="217" y="49"/>
                </a:cubicBezTo>
                <a:cubicBezTo>
                  <a:pt x="217" y="83"/>
                  <a:pt x="196" y="105"/>
                  <a:pt x="153" y="116"/>
                </a:cubicBezTo>
                <a:cubicBezTo>
                  <a:pt x="135" y="121"/>
                  <a:pt x="109" y="123"/>
                  <a:pt x="77" y="124"/>
                </a:cubicBezTo>
                <a:cubicBezTo>
                  <a:pt x="63" y="124"/>
                  <a:pt x="56" y="124"/>
                  <a:pt x="56" y="125"/>
                </a:cubicBezTo>
                <a:cubicBezTo>
                  <a:pt x="56" y="126"/>
                  <a:pt x="55" y="132"/>
                  <a:pt x="52" y="145"/>
                </a:cubicBezTo>
                <a:cubicBezTo>
                  <a:pt x="50" y="157"/>
                  <a:pt x="49" y="168"/>
                  <a:pt x="48" y="178"/>
                </a:cubicBezTo>
                <a:cubicBezTo>
                  <a:pt x="48" y="195"/>
                  <a:pt x="52" y="209"/>
                  <a:pt x="60" y="220"/>
                </a:cubicBezTo>
                <a:cubicBezTo>
                  <a:pt x="68" y="230"/>
                  <a:pt x="80" y="235"/>
                  <a:pt x="96" y="235"/>
                </a:cubicBezTo>
                <a:cubicBezTo>
                  <a:pt x="112" y="236"/>
                  <a:pt x="129" y="232"/>
                  <a:pt x="149" y="225"/>
                </a:cubicBezTo>
                <a:cubicBezTo>
                  <a:pt x="168" y="217"/>
                  <a:pt x="186" y="205"/>
                  <a:pt x="202" y="187"/>
                </a:cubicBezTo>
                <a:cubicBezTo>
                  <a:pt x="205" y="183"/>
                  <a:pt x="207" y="182"/>
                  <a:pt x="209" y="182"/>
                </a:cubicBezTo>
                <a:cubicBezTo>
                  <a:pt x="210" y="182"/>
                  <a:pt x="212" y="183"/>
                  <a:pt x="216" y="187"/>
                </a:cubicBezTo>
                <a:cubicBezTo>
                  <a:pt x="219" y="190"/>
                  <a:pt x="221" y="193"/>
                  <a:pt x="222" y="195"/>
                </a:cubicBezTo>
                <a:cubicBezTo>
                  <a:pt x="222" y="196"/>
                  <a:pt x="220" y="199"/>
                  <a:pt x="216" y="204"/>
                </a:cubicBezTo>
                <a:cubicBezTo>
                  <a:pt x="213" y="208"/>
                  <a:pt x="207" y="213"/>
                  <a:pt x="199" y="219"/>
                </a:cubicBezTo>
                <a:cubicBezTo>
                  <a:pt x="192" y="225"/>
                  <a:pt x="183" y="231"/>
                  <a:pt x="172" y="237"/>
                </a:cubicBezTo>
                <a:cubicBezTo>
                  <a:pt x="163" y="243"/>
                  <a:pt x="151" y="248"/>
                  <a:pt x="137" y="252"/>
                </a:cubicBezTo>
                <a:cubicBezTo>
                  <a:pt x="123" y="255"/>
                  <a:pt x="108" y="257"/>
                  <a:pt x="94" y="257"/>
                </a:cubicBezTo>
                <a:cubicBezTo>
                  <a:pt x="64" y="257"/>
                  <a:pt x="41" y="247"/>
                  <a:pt x="24" y="226"/>
                </a:cubicBezTo>
                <a:cubicBezTo>
                  <a:pt x="8" y="206"/>
                  <a:pt x="0" y="182"/>
                  <a:pt x="0" y="155"/>
                </a:cubicBezTo>
                <a:moveTo>
                  <a:pt x="190" y="50"/>
                </a:moveTo>
                <a:cubicBezTo>
                  <a:pt x="188" y="30"/>
                  <a:pt x="175" y="21"/>
                  <a:pt x="150" y="21"/>
                </a:cubicBezTo>
                <a:cubicBezTo>
                  <a:pt x="138" y="21"/>
                  <a:pt x="126" y="23"/>
                  <a:pt x="116" y="29"/>
                </a:cubicBezTo>
                <a:cubicBezTo>
                  <a:pt x="105" y="34"/>
                  <a:pt x="97" y="40"/>
                  <a:pt x="90" y="48"/>
                </a:cubicBezTo>
                <a:cubicBezTo>
                  <a:pt x="84" y="55"/>
                  <a:pt x="78" y="63"/>
                  <a:pt x="74" y="71"/>
                </a:cubicBezTo>
                <a:cubicBezTo>
                  <a:pt x="69" y="79"/>
                  <a:pt x="66" y="86"/>
                  <a:pt x="65" y="91"/>
                </a:cubicBezTo>
                <a:cubicBezTo>
                  <a:pt x="63" y="97"/>
                  <a:pt x="62" y="101"/>
                  <a:pt x="62" y="102"/>
                </a:cubicBezTo>
                <a:cubicBezTo>
                  <a:pt x="62" y="103"/>
                  <a:pt x="66" y="103"/>
                  <a:pt x="73" y="103"/>
                </a:cubicBezTo>
                <a:cubicBezTo>
                  <a:pt x="116" y="103"/>
                  <a:pt x="146" y="98"/>
                  <a:pt x="163" y="89"/>
                </a:cubicBezTo>
                <a:cubicBezTo>
                  <a:pt x="181" y="80"/>
                  <a:pt x="189" y="67"/>
                  <a:pt x="190" y="5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365000" y="4474800"/>
            <a:ext cx="114480" cy="92520"/>
          </a:xfrm>
          <a:custGeom>
            <a:avLst/>
            <a:gdLst/>
            <a:ahLst/>
            <a:rect l="0" t="0" r="r" b="b"/>
            <a:pathLst>
              <a:path w="318" h="257">
                <a:moveTo>
                  <a:pt x="0" y="87"/>
                </a:moveTo>
                <a:cubicBezTo>
                  <a:pt x="1" y="85"/>
                  <a:pt x="1" y="82"/>
                  <a:pt x="2" y="78"/>
                </a:cubicBezTo>
                <a:cubicBezTo>
                  <a:pt x="3" y="75"/>
                  <a:pt x="5" y="67"/>
                  <a:pt x="9" y="57"/>
                </a:cubicBezTo>
                <a:cubicBezTo>
                  <a:pt x="13" y="46"/>
                  <a:pt x="16" y="37"/>
                  <a:pt x="20" y="30"/>
                </a:cubicBezTo>
                <a:cubicBezTo>
                  <a:pt x="24" y="23"/>
                  <a:pt x="30" y="16"/>
                  <a:pt x="39" y="9"/>
                </a:cubicBezTo>
                <a:cubicBezTo>
                  <a:pt x="49" y="2"/>
                  <a:pt x="57" y="-1"/>
                  <a:pt x="66" y="0"/>
                </a:cubicBezTo>
                <a:cubicBezTo>
                  <a:pt x="80" y="0"/>
                  <a:pt x="91" y="3"/>
                  <a:pt x="100" y="10"/>
                </a:cubicBezTo>
                <a:cubicBezTo>
                  <a:pt x="109" y="17"/>
                  <a:pt x="115" y="23"/>
                  <a:pt x="117" y="29"/>
                </a:cubicBezTo>
                <a:cubicBezTo>
                  <a:pt x="119" y="35"/>
                  <a:pt x="120" y="39"/>
                  <a:pt x="120" y="41"/>
                </a:cubicBezTo>
                <a:cubicBezTo>
                  <a:pt x="120" y="42"/>
                  <a:pt x="121" y="42"/>
                  <a:pt x="121" y="42"/>
                </a:cubicBezTo>
                <a:lnTo>
                  <a:pt x="127" y="36"/>
                </a:lnTo>
                <a:cubicBezTo>
                  <a:pt x="150" y="12"/>
                  <a:pt x="177" y="0"/>
                  <a:pt x="206" y="0"/>
                </a:cubicBezTo>
                <a:cubicBezTo>
                  <a:pt x="226" y="0"/>
                  <a:pt x="243" y="5"/>
                  <a:pt x="255" y="15"/>
                </a:cubicBezTo>
                <a:cubicBezTo>
                  <a:pt x="268" y="25"/>
                  <a:pt x="274" y="40"/>
                  <a:pt x="275" y="60"/>
                </a:cubicBezTo>
                <a:cubicBezTo>
                  <a:pt x="275" y="79"/>
                  <a:pt x="268" y="109"/>
                  <a:pt x="253" y="149"/>
                </a:cubicBezTo>
                <a:cubicBezTo>
                  <a:pt x="238" y="188"/>
                  <a:pt x="231" y="212"/>
                  <a:pt x="232" y="221"/>
                </a:cubicBezTo>
                <a:cubicBezTo>
                  <a:pt x="232" y="230"/>
                  <a:pt x="235" y="235"/>
                  <a:pt x="241" y="235"/>
                </a:cubicBezTo>
                <a:cubicBezTo>
                  <a:pt x="243" y="235"/>
                  <a:pt x="245" y="235"/>
                  <a:pt x="246" y="235"/>
                </a:cubicBezTo>
                <a:cubicBezTo>
                  <a:pt x="257" y="233"/>
                  <a:pt x="267" y="226"/>
                  <a:pt x="276" y="213"/>
                </a:cubicBezTo>
                <a:cubicBezTo>
                  <a:pt x="284" y="201"/>
                  <a:pt x="291" y="186"/>
                  <a:pt x="296" y="168"/>
                </a:cubicBezTo>
                <a:cubicBezTo>
                  <a:pt x="296" y="165"/>
                  <a:pt x="300" y="163"/>
                  <a:pt x="307" y="163"/>
                </a:cubicBezTo>
                <a:cubicBezTo>
                  <a:pt x="314" y="163"/>
                  <a:pt x="318" y="165"/>
                  <a:pt x="318" y="168"/>
                </a:cubicBezTo>
                <a:cubicBezTo>
                  <a:pt x="318" y="168"/>
                  <a:pt x="317" y="171"/>
                  <a:pt x="316" y="176"/>
                </a:cubicBezTo>
                <a:cubicBezTo>
                  <a:pt x="313" y="187"/>
                  <a:pt x="309" y="198"/>
                  <a:pt x="304" y="209"/>
                </a:cubicBezTo>
                <a:cubicBezTo>
                  <a:pt x="298" y="219"/>
                  <a:pt x="290" y="230"/>
                  <a:pt x="277" y="240"/>
                </a:cubicBezTo>
                <a:cubicBezTo>
                  <a:pt x="265" y="252"/>
                  <a:pt x="252" y="257"/>
                  <a:pt x="238" y="257"/>
                </a:cubicBezTo>
                <a:cubicBezTo>
                  <a:pt x="221" y="257"/>
                  <a:pt x="208" y="252"/>
                  <a:pt x="200" y="240"/>
                </a:cubicBezTo>
                <a:cubicBezTo>
                  <a:pt x="192" y="230"/>
                  <a:pt x="188" y="220"/>
                  <a:pt x="188" y="209"/>
                </a:cubicBezTo>
                <a:cubicBezTo>
                  <a:pt x="188" y="202"/>
                  <a:pt x="195" y="179"/>
                  <a:pt x="208" y="141"/>
                </a:cubicBezTo>
                <a:cubicBezTo>
                  <a:pt x="222" y="103"/>
                  <a:pt x="229" y="74"/>
                  <a:pt x="229" y="55"/>
                </a:cubicBezTo>
                <a:cubicBezTo>
                  <a:pt x="229" y="32"/>
                  <a:pt x="221" y="21"/>
                  <a:pt x="204" y="21"/>
                </a:cubicBezTo>
                <a:lnTo>
                  <a:pt x="201" y="21"/>
                </a:lnTo>
                <a:cubicBezTo>
                  <a:pt x="169" y="21"/>
                  <a:pt x="142" y="40"/>
                  <a:pt x="119" y="78"/>
                </a:cubicBezTo>
                <a:lnTo>
                  <a:pt x="115" y="85"/>
                </a:lnTo>
                <a:lnTo>
                  <a:pt x="97" y="161"/>
                </a:lnTo>
                <a:cubicBezTo>
                  <a:pt x="84" y="211"/>
                  <a:pt x="77" y="237"/>
                  <a:pt x="75" y="241"/>
                </a:cubicBezTo>
                <a:cubicBezTo>
                  <a:pt x="70" y="252"/>
                  <a:pt x="62" y="257"/>
                  <a:pt x="51" y="257"/>
                </a:cubicBezTo>
                <a:cubicBezTo>
                  <a:pt x="46" y="257"/>
                  <a:pt x="42" y="256"/>
                  <a:pt x="38" y="254"/>
                </a:cubicBezTo>
                <a:cubicBezTo>
                  <a:pt x="35" y="252"/>
                  <a:pt x="33" y="249"/>
                  <a:pt x="32" y="247"/>
                </a:cubicBezTo>
                <a:cubicBezTo>
                  <a:pt x="30" y="245"/>
                  <a:pt x="30" y="243"/>
                  <a:pt x="30" y="240"/>
                </a:cubicBezTo>
                <a:cubicBezTo>
                  <a:pt x="30" y="236"/>
                  <a:pt x="38" y="205"/>
                  <a:pt x="53" y="148"/>
                </a:cubicBezTo>
                <a:cubicBezTo>
                  <a:pt x="67" y="91"/>
                  <a:pt x="75" y="61"/>
                  <a:pt x="76" y="56"/>
                </a:cubicBezTo>
                <a:cubicBezTo>
                  <a:pt x="76" y="54"/>
                  <a:pt x="76" y="49"/>
                  <a:pt x="76" y="43"/>
                </a:cubicBezTo>
                <a:cubicBezTo>
                  <a:pt x="76" y="28"/>
                  <a:pt x="72" y="21"/>
                  <a:pt x="63" y="21"/>
                </a:cubicBezTo>
                <a:cubicBezTo>
                  <a:pt x="48" y="21"/>
                  <a:pt x="35" y="39"/>
                  <a:pt x="26" y="77"/>
                </a:cubicBezTo>
                <a:cubicBezTo>
                  <a:pt x="24" y="85"/>
                  <a:pt x="23" y="89"/>
                  <a:pt x="23" y="89"/>
                </a:cubicBezTo>
                <a:cubicBezTo>
                  <a:pt x="22" y="91"/>
                  <a:pt x="18" y="93"/>
                  <a:pt x="12" y="93"/>
                </a:cubicBezTo>
                <a:lnTo>
                  <a:pt x="4" y="93"/>
                </a:lnTo>
                <a:cubicBezTo>
                  <a:pt x="2" y="90"/>
                  <a:pt x="0" y="89"/>
                  <a:pt x="0" y="8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593960" y="4415760"/>
            <a:ext cx="192600" cy="67680"/>
          </a:xfrm>
          <a:custGeom>
            <a:avLst/>
            <a:gdLst/>
            <a:ahLst/>
            <a:rect l="0" t="0" r="r" b="b"/>
            <a:pathLst>
              <a:path w="535" h="188">
                <a:moveTo>
                  <a:pt x="0" y="16"/>
                </a:moveTo>
                <a:cubicBezTo>
                  <a:pt x="0" y="9"/>
                  <a:pt x="4" y="3"/>
                  <a:pt x="12" y="0"/>
                </a:cubicBezTo>
                <a:lnTo>
                  <a:pt x="523" y="0"/>
                </a:lnTo>
                <a:cubicBezTo>
                  <a:pt x="531" y="4"/>
                  <a:pt x="535" y="9"/>
                  <a:pt x="535" y="16"/>
                </a:cubicBezTo>
                <a:cubicBezTo>
                  <a:pt x="535" y="22"/>
                  <a:pt x="532" y="27"/>
                  <a:pt x="524" y="31"/>
                </a:cubicBezTo>
                <a:lnTo>
                  <a:pt x="268" y="32"/>
                </a:lnTo>
                <a:lnTo>
                  <a:pt x="13" y="32"/>
                </a:lnTo>
                <a:cubicBezTo>
                  <a:pt x="5" y="29"/>
                  <a:pt x="0" y="24"/>
                  <a:pt x="0" y="16"/>
                </a:cubicBezTo>
                <a:moveTo>
                  <a:pt x="0" y="172"/>
                </a:moveTo>
                <a:cubicBezTo>
                  <a:pt x="0" y="163"/>
                  <a:pt x="5" y="158"/>
                  <a:pt x="13" y="155"/>
                </a:cubicBezTo>
                <a:lnTo>
                  <a:pt x="524" y="155"/>
                </a:lnTo>
                <a:cubicBezTo>
                  <a:pt x="532" y="161"/>
                  <a:pt x="535" y="166"/>
                  <a:pt x="535" y="172"/>
                </a:cubicBezTo>
                <a:cubicBezTo>
                  <a:pt x="535" y="179"/>
                  <a:pt x="531" y="185"/>
                  <a:pt x="523" y="188"/>
                </a:cubicBezTo>
                <a:lnTo>
                  <a:pt x="12" y="188"/>
                </a:lnTo>
                <a:cubicBezTo>
                  <a:pt x="4" y="185"/>
                  <a:pt x="0" y="179"/>
                  <a:pt x="0" y="17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909680" y="430524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0" y="400"/>
                </a:moveTo>
                <a:cubicBezTo>
                  <a:pt x="0" y="364"/>
                  <a:pt x="3" y="329"/>
                  <a:pt x="8" y="295"/>
                </a:cubicBezTo>
                <a:cubicBezTo>
                  <a:pt x="14" y="262"/>
                  <a:pt x="21" y="234"/>
                  <a:pt x="28" y="210"/>
                </a:cubicBezTo>
                <a:cubicBezTo>
                  <a:pt x="35" y="186"/>
                  <a:pt x="45" y="162"/>
                  <a:pt x="57" y="139"/>
                </a:cubicBezTo>
                <a:cubicBezTo>
                  <a:pt x="70" y="116"/>
                  <a:pt x="80" y="98"/>
                  <a:pt x="88" y="85"/>
                </a:cubicBezTo>
                <a:cubicBezTo>
                  <a:pt x="95" y="73"/>
                  <a:pt x="107" y="59"/>
                  <a:pt x="121" y="44"/>
                </a:cubicBezTo>
                <a:cubicBezTo>
                  <a:pt x="136" y="29"/>
                  <a:pt x="145" y="20"/>
                  <a:pt x="148" y="16"/>
                </a:cubicBezTo>
                <a:cubicBezTo>
                  <a:pt x="151" y="13"/>
                  <a:pt x="157" y="8"/>
                  <a:pt x="168" y="0"/>
                </a:cubicBezTo>
                <a:lnTo>
                  <a:pt x="178" y="0"/>
                </a:lnTo>
                <a:lnTo>
                  <a:pt x="182" y="0"/>
                </a:lnTo>
                <a:cubicBezTo>
                  <a:pt x="189" y="0"/>
                  <a:pt x="193" y="2"/>
                  <a:pt x="193" y="7"/>
                </a:cubicBezTo>
                <a:cubicBezTo>
                  <a:pt x="193" y="8"/>
                  <a:pt x="188" y="14"/>
                  <a:pt x="179" y="24"/>
                </a:cubicBezTo>
                <a:cubicBezTo>
                  <a:pt x="170" y="33"/>
                  <a:pt x="159" y="47"/>
                  <a:pt x="146" y="66"/>
                </a:cubicBezTo>
                <a:cubicBezTo>
                  <a:pt x="134" y="85"/>
                  <a:pt x="120" y="108"/>
                  <a:pt x="107" y="135"/>
                </a:cubicBezTo>
                <a:cubicBezTo>
                  <a:pt x="94" y="162"/>
                  <a:pt x="82" y="199"/>
                  <a:pt x="73" y="246"/>
                </a:cubicBezTo>
                <a:cubicBezTo>
                  <a:pt x="64" y="292"/>
                  <a:pt x="60" y="344"/>
                  <a:pt x="60" y="400"/>
                </a:cubicBezTo>
                <a:cubicBezTo>
                  <a:pt x="60" y="458"/>
                  <a:pt x="64" y="509"/>
                  <a:pt x="73" y="555"/>
                </a:cubicBezTo>
                <a:cubicBezTo>
                  <a:pt x="82" y="601"/>
                  <a:pt x="93" y="638"/>
                  <a:pt x="106" y="667"/>
                </a:cubicBezTo>
                <a:cubicBezTo>
                  <a:pt x="119" y="695"/>
                  <a:pt x="132" y="718"/>
                  <a:pt x="146" y="736"/>
                </a:cubicBezTo>
                <a:cubicBezTo>
                  <a:pt x="159" y="753"/>
                  <a:pt x="170" y="768"/>
                  <a:pt x="179" y="778"/>
                </a:cubicBezTo>
                <a:cubicBezTo>
                  <a:pt x="188" y="789"/>
                  <a:pt x="193" y="795"/>
                  <a:pt x="193" y="795"/>
                </a:cubicBezTo>
                <a:cubicBezTo>
                  <a:pt x="193" y="800"/>
                  <a:pt x="189" y="802"/>
                  <a:pt x="181" y="802"/>
                </a:cubicBezTo>
                <a:lnTo>
                  <a:pt x="178" y="802"/>
                </a:lnTo>
                <a:lnTo>
                  <a:pt x="168" y="802"/>
                </a:lnTo>
                <a:lnTo>
                  <a:pt x="146" y="783"/>
                </a:lnTo>
                <a:cubicBezTo>
                  <a:pt x="95" y="738"/>
                  <a:pt x="59" y="681"/>
                  <a:pt x="36" y="613"/>
                </a:cubicBezTo>
                <a:cubicBezTo>
                  <a:pt x="12" y="545"/>
                  <a:pt x="0" y="475"/>
                  <a:pt x="0" y="40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018760" y="4329360"/>
            <a:ext cx="99720" cy="192600"/>
          </a:xfrm>
          <a:custGeom>
            <a:avLst/>
            <a:gdLst/>
            <a:ahLst/>
            <a:rect l="0" t="0" r="r" b="b"/>
            <a:pathLst>
              <a:path w="277" h="535">
                <a:moveTo>
                  <a:pt x="104" y="71"/>
                </a:moveTo>
                <a:lnTo>
                  <a:pt x="94" y="75"/>
                </a:lnTo>
                <a:cubicBezTo>
                  <a:pt x="87" y="77"/>
                  <a:pt x="76" y="80"/>
                  <a:pt x="62" y="83"/>
                </a:cubicBezTo>
                <a:cubicBezTo>
                  <a:pt x="48" y="85"/>
                  <a:pt x="33" y="87"/>
                  <a:pt x="15" y="88"/>
                </a:cubicBezTo>
                <a:lnTo>
                  <a:pt x="0" y="88"/>
                </a:lnTo>
                <a:lnTo>
                  <a:pt x="0" y="51"/>
                </a:lnTo>
                <a:lnTo>
                  <a:pt x="15" y="51"/>
                </a:lnTo>
                <a:cubicBezTo>
                  <a:pt x="41" y="50"/>
                  <a:pt x="64" y="46"/>
                  <a:pt x="85" y="39"/>
                </a:cubicBezTo>
                <a:cubicBezTo>
                  <a:pt x="107" y="32"/>
                  <a:pt x="122" y="26"/>
                  <a:pt x="130" y="20"/>
                </a:cubicBezTo>
                <a:cubicBezTo>
                  <a:pt x="139" y="14"/>
                  <a:pt x="146" y="8"/>
                  <a:pt x="153" y="2"/>
                </a:cubicBezTo>
                <a:cubicBezTo>
                  <a:pt x="154" y="1"/>
                  <a:pt x="157" y="0"/>
                  <a:pt x="162" y="0"/>
                </a:cubicBezTo>
                <a:cubicBezTo>
                  <a:pt x="167" y="0"/>
                  <a:pt x="172" y="2"/>
                  <a:pt x="176" y="5"/>
                </a:cubicBezTo>
                <a:lnTo>
                  <a:pt x="176" y="244"/>
                </a:lnTo>
                <a:lnTo>
                  <a:pt x="177" y="485"/>
                </a:lnTo>
                <a:cubicBezTo>
                  <a:pt x="180" y="489"/>
                  <a:pt x="184" y="491"/>
                  <a:pt x="186" y="492"/>
                </a:cubicBezTo>
                <a:cubicBezTo>
                  <a:pt x="189" y="493"/>
                  <a:pt x="195" y="494"/>
                  <a:pt x="205" y="495"/>
                </a:cubicBezTo>
                <a:cubicBezTo>
                  <a:pt x="216" y="496"/>
                  <a:pt x="233" y="497"/>
                  <a:pt x="256" y="497"/>
                </a:cubicBezTo>
                <a:lnTo>
                  <a:pt x="277" y="497"/>
                </a:lnTo>
                <a:lnTo>
                  <a:pt x="277" y="535"/>
                </a:lnTo>
                <a:lnTo>
                  <a:pt x="268" y="535"/>
                </a:lnTo>
                <a:cubicBezTo>
                  <a:pt x="257" y="533"/>
                  <a:pt x="213" y="532"/>
                  <a:pt x="140" y="532"/>
                </a:cubicBezTo>
                <a:cubicBezTo>
                  <a:pt x="67" y="532"/>
                  <a:pt x="25" y="533"/>
                  <a:pt x="14" y="535"/>
                </a:cubicBezTo>
                <a:lnTo>
                  <a:pt x="4" y="535"/>
                </a:lnTo>
                <a:lnTo>
                  <a:pt x="4" y="497"/>
                </a:lnTo>
                <a:lnTo>
                  <a:pt x="25" y="497"/>
                </a:lnTo>
                <a:cubicBezTo>
                  <a:pt x="37" y="497"/>
                  <a:pt x="47" y="497"/>
                  <a:pt x="56" y="497"/>
                </a:cubicBezTo>
                <a:cubicBezTo>
                  <a:pt x="64" y="497"/>
                  <a:pt x="71" y="497"/>
                  <a:pt x="76" y="496"/>
                </a:cubicBezTo>
                <a:cubicBezTo>
                  <a:pt x="80" y="496"/>
                  <a:pt x="85" y="495"/>
                  <a:pt x="88" y="494"/>
                </a:cubicBezTo>
                <a:cubicBezTo>
                  <a:pt x="92" y="493"/>
                  <a:pt x="94" y="492"/>
                  <a:pt x="95" y="492"/>
                </a:cubicBezTo>
                <a:cubicBezTo>
                  <a:pt x="95" y="492"/>
                  <a:pt x="97" y="491"/>
                  <a:pt x="100" y="488"/>
                </a:cubicBezTo>
                <a:cubicBezTo>
                  <a:pt x="102" y="486"/>
                  <a:pt x="104" y="484"/>
                  <a:pt x="104" y="485"/>
                </a:cubicBezTo>
                <a:lnTo>
                  <a:pt x="104" y="7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150520" y="4329360"/>
            <a:ext cx="121680" cy="199080"/>
          </a:xfrm>
          <a:custGeom>
            <a:avLst/>
            <a:gdLst/>
            <a:ahLst/>
            <a:rect l="0" t="0" r="r" b="b"/>
            <a:pathLst>
              <a:path w="338" h="553">
                <a:moveTo>
                  <a:pt x="46" y="65"/>
                </a:moveTo>
                <a:cubicBezTo>
                  <a:pt x="76" y="22"/>
                  <a:pt x="117" y="0"/>
                  <a:pt x="169" y="0"/>
                </a:cubicBezTo>
                <a:cubicBezTo>
                  <a:pt x="195" y="0"/>
                  <a:pt x="220" y="7"/>
                  <a:pt x="246" y="21"/>
                </a:cubicBezTo>
                <a:cubicBezTo>
                  <a:pt x="272" y="35"/>
                  <a:pt x="293" y="59"/>
                  <a:pt x="309" y="95"/>
                </a:cubicBezTo>
                <a:cubicBezTo>
                  <a:pt x="328" y="139"/>
                  <a:pt x="338" y="200"/>
                  <a:pt x="338" y="277"/>
                </a:cubicBezTo>
                <a:cubicBezTo>
                  <a:pt x="338" y="360"/>
                  <a:pt x="327" y="425"/>
                  <a:pt x="304" y="468"/>
                </a:cubicBezTo>
                <a:cubicBezTo>
                  <a:pt x="293" y="491"/>
                  <a:pt x="278" y="509"/>
                  <a:pt x="260" y="522"/>
                </a:cubicBezTo>
                <a:cubicBezTo>
                  <a:pt x="241" y="535"/>
                  <a:pt x="225" y="544"/>
                  <a:pt x="211" y="547"/>
                </a:cubicBezTo>
                <a:cubicBezTo>
                  <a:pt x="197" y="550"/>
                  <a:pt x="183" y="552"/>
                  <a:pt x="170" y="553"/>
                </a:cubicBezTo>
                <a:cubicBezTo>
                  <a:pt x="156" y="553"/>
                  <a:pt x="142" y="551"/>
                  <a:pt x="128" y="548"/>
                </a:cubicBezTo>
                <a:cubicBezTo>
                  <a:pt x="114" y="544"/>
                  <a:pt x="98" y="536"/>
                  <a:pt x="79" y="522"/>
                </a:cubicBezTo>
                <a:cubicBezTo>
                  <a:pt x="61" y="508"/>
                  <a:pt x="46" y="490"/>
                  <a:pt x="35" y="468"/>
                </a:cubicBezTo>
                <a:cubicBezTo>
                  <a:pt x="11" y="425"/>
                  <a:pt x="0" y="360"/>
                  <a:pt x="0" y="277"/>
                </a:cubicBezTo>
                <a:cubicBezTo>
                  <a:pt x="0" y="184"/>
                  <a:pt x="15" y="114"/>
                  <a:pt x="46" y="65"/>
                </a:cubicBezTo>
                <a:moveTo>
                  <a:pt x="227" y="55"/>
                </a:moveTo>
                <a:cubicBezTo>
                  <a:pt x="211" y="38"/>
                  <a:pt x="192" y="30"/>
                  <a:pt x="170" y="30"/>
                </a:cubicBezTo>
                <a:cubicBezTo>
                  <a:pt x="147" y="30"/>
                  <a:pt x="128" y="38"/>
                  <a:pt x="112" y="55"/>
                </a:cubicBezTo>
                <a:cubicBezTo>
                  <a:pt x="99" y="69"/>
                  <a:pt x="90" y="88"/>
                  <a:pt x="86" y="113"/>
                </a:cubicBezTo>
                <a:cubicBezTo>
                  <a:pt x="81" y="138"/>
                  <a:pt x="79" y="189"/>
                  <a:pt x="79" y="267"/>
                </a:cubicBezTo>
                <a:cubicBezTo>
                  <a:pt x="79" y="351"/>
                  <a:pt x="81" y="408"/>
                  <a:pt x="86" y="435"/>
                </a:cubicBezTo>
                <a:cubicBezTo>
                  <a:pt x="90" y="461"/>
                  <a:pt x="100" y="482"/>
                  <a:pt x="115" y="498"/>
                </a:cubicBezTo>
                <a:cubicBezTo>
                  <a:pt x="130" y="514"/>
                  <a:pt x="148" y="522"/>
                  <a:pt x="170" y="522"/>
                </a:cubicBezTo>
                <a:cubicBezTo>
                  <a:pt x="191" y="522"/>
                  <a:pt x="209" y="514"/>
                  <a:pt x="224" y="498"/>
                </a:cubicBezTo>
                <a:cubicBezTo>
                  <a:pt x="240" y="482"/>
                  <a:pt x="250" y="460"/>
                  <a:pt x="253" y="431"/>
                </a:cubicBezTo>
                <a:cubicBezTo>
                  <a:pt x="257" y="402"/>
                  <a:pt x="259" y="347"/>
                  <a:pt x="260" y="267"/>
                </a:cubicBezTo>
                <a:cubicBezTo>
                  <a:pt x="260" y="189"/>
                  <a:pt x="258" y="138"/>
                  <a:pt x="253" y="114"/>
                </a:cubicBezTo>
                <a:cubicBezTo>
                  <a:pt x="249" y="89"/>
                  <a:pt x="240" y="70"/>
                  <a:pt x="227" y="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389920" y="4379760"/>
            <a:ext cx="139680" cy="139680"/>
          </a:xfrm>
          <a:custGeom>
            <a:avLst/>
            <a:gdLst/>
            <a:ahLst/>
            <a:rect l="0" t="0" r="r" b="b"/>
            <a:pathLst>
              <a:path w="388" h="388">
                <a:moveTo>
                  <a:pt x="388" y="371"/>
                </a:moveTo>
                <a:cubicBezTo>
                  <a:pt x="388" y="382"/>
                  <a:pt x="383" y="388"/>
                  <a:pt x="372" y="388"/>
                </a:cubicBezTo>
                <a:cubicBezTo>
                  <a:pt x="369" y="388"/>
                  <a:pt x="363" y="383"/>
                  <a:pt x="354" y="374"/>
                </a:cubicBezTo>
                <a:cubicBezTo>
                  <a:pt x="345" y="365"/>
                  <a:pt x="320" y="340"/>
                  <a:pt x="278" y="299"/>
                </a:cubicBezTo>
                <a:lnTo>
                  <a:pt x="194" y="216"/>
                </a:lnTo>
                <a:lnTo>
                  <a:pt x="110" y="300"/>
                </a:lnTo>
                <a:cubicBezTo>
                  <a:pt x="53" y="356"/>
                  <a:pt x="24" y="385"/>
                  <a:pt x="23" y="386"/>
                </a:cubicBezTo>
                <a:cubicBezTo>
                  <a:pt x="21" y="387"/>
                  <a:pt x="19" y="388"/>
                  <a:pt x="17" y="388"/>
                </a:cubicBezTo>
                <a:cubicBezTo>
                  <a:pt x="13" y="388"/>
                  <a:pt x="9" y="386"/>
                  <a:pt x="6" y="383"/>
                </a:cubicBezTo>
                <a:cubicBezTo>
                  <a:pt x="3" y="380"/>
                  <a:pt x="1" y="375"/>
                  <a:pt x="0" y="371"/>
                </a:cubicBezTo>
                <a:cubicBezTo>
                  <a:pt x="0" y="367"/>
                  <a:pt x="4" y="361"/>
                  <a:pt x="12" y="353"/>
                </a:cubicBezTo>
                <a:cubicBezTo>
                  <a:pt x="19" y="345"/>
                  <a:pt x="44" y="320"/>
                  <a:pt x="87" y="277"/>
                </a:cubicBezTo>
                <a:lnTo>
                  <a:pt x="170" y="193"/>
                </a:lnTo>
                <a:lnTo>
                  <a:pt x="87" y="110"/>
                </a:lnTo>
                <a:cubicBezTo>
                  <a:pt x="44" y="67"/>
                  <a:pt x="18" y="41"/>
                  <a:pt x="12" y="34"/>
                </a:cubicBezTo>
                <a:cubicBezTo>
                  <a:pt x="5" y="26"/>
                  <a:pt x="1" y="21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2"/>
                  <a:pt x="12" y="1"/>
                  <a:pt x="17" y="1"/>
                </a:cubicBezTo>
                <a:cubicBezTo>
                  <a:pt x="20" y="1"/>
                  <a:pt x="22" y="1"/>
                  <a:pt x="23" y="2"/>
                </a:cubicBezTo>
                <a:cubicBezTo>
                  <a:pt x="24" y="3"/>
                  <a:pt x="53" y="31"/>
                  <a:pt x="110" y="87"/>
                </a:cubicBezTo>
                <a:lnTo>
                  <a:pt x="194" y="171"/>
                </a:lnTo>
                <a:lnTo>
                  <a:pt x="278" y="88"/>
                </a:lnTo>
                <a:cubicBezTo>
                  <a:pt x="320" y="47"/>
                  <a:pt x="345" y="22"/>
                  <a:pt x="354" y="13"/>
                </a:cubicBezTo>
                <a:cubicBezTo>
                  <a:pt x="363" y="5"/>
                  <a:pt x="369" y="0"/>
                  <a:pt x="372" y="0"/>
                </a:cubicBezTo>
                <a:cubicBezTo>
                  <a:pt x="383" y="0"/>
                  <a:pt x="388" y="6"/>
                  <a:pt x="388" y="16"/>
                </a:cubicBezTo>
                <a:cubicBezTo>
                  <a:pt x="388" y="20"/>
                  <a:pt x="386" y="25"/>
                  <a:pt x="380" y="31"/>
                </a:cubicBezTo>
                <a:cubicBezTo>
                  <a:pt x="375" y="37"/>
                  <a:pt x="349" y="63"/>
                  <a:pt x="301" y="109"/>
                </a:cubicBezTo>
                <a:lnTo>
                  <a:pt x="218" y="193"/>
                </a:lnTo>
                <a:lnTo>
                  <a:pt x="301" y="278"/>
                </a:lnTo>
                <a:cubicBezTo>
                  <a:pt x="347" y="323"/>
                  <a:pt x="372" y="348"/>
                  <a:pt x="379" y="355"/>
                </a:cubicBezTo>
                <a:cubicBezTo>
                  <a:pt x="385" y="362"/>
                  <a:pt x="388" y="367"/>
                  <a:pt x="388" y="37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642280" y="4393800"/>
            <a:ext cx="193320" cy="131400"/>
          </a:xfrm>
          <a:custGeom>
            <a:avLst/>
            <a:gdLst/>
            <a:ahLst/>
            <a:rect l="0" t="0" r="r" b="b"/>
            <a:pathLst>
              <a:path w="537" h="365">
                <a:moveTo>
                  <a:pt x="449" y="46"/>
                </a:moveTo>
                <a:cubicBezTo>
                  <a:pt x="449" y="35"/>
                  <a:pt x="454" y="25"/>
                  <a:pt x="464" y="15"/>
                </a:cubicBezTo>
                <a:cubicBezTo>
                  <a:pt x="475" y="5"/>
                  <a:pt x="486" y="0"/>
                  <a:pt x="498" y="0"/>
                </a:cubicBezTo>
                <a:cubicBezTo>
                  <a:pt x="508" y="0"/>
                  <a:pt x="517" y="5"/>
                  <a:pt x="525" y="14"/>
                </a:cubicBezTo>
                <a:cubicBezTo>
                  <a:pt x="533" y="24"/>
                  <a:pt x="537" y="39"/>
                  <a:pt x="537" y="60"/>
                </a:cubicBezTo>
                <a:cubicBezTo>
                  <a:pt x="537" y="75"/>
                  <a:pt x="532" y="106"/>
                  <a:pt x="522" y="152"/>
                </a:cubicBezTo>
                <a:cubicBezTo>
                  <a:pt x="514" y="182"/>
                  <a:pt x="507" y="207"/>
                  <a:pt x="501" y="226"/>
                </a:cubicBezTo>
                <a:cubicBezTo>
                  <a:pt x="494" y="245"/>
                  <a:pt x="485" y="267"/>
                  <a:pt x="472" y="291"/>
                </a:cubicBezTo>
                <a:cubicBezTo>
                  <a:pt x="460" y="315"/>
                  <a:pt x="445" y="334"/>
                  <a:pt x="428" y="346"/>
                </a:cubicBezTo>
                <a:cubicBezTo>
                  <a:pt x="411" y="359"/>
                  <a:pt x="392" y="365"/>
                  <a:pt x="371" y="365"/>
                </a:cubicBezTo>
                <a:cubicBezTo>
                  <a:pt x="347" y="365"/>
                  <a:pt x="326" y="360"/>
                  <a:pt x="308" y="352"/>
                </a:cubicBezTo>
                <a:cubicBezTo>
                  <a:pt x="290" y="343"/>
                  <a:pt x="277" y="332"/>
                  <a:pt x="269" y="316"/>
                </a:cubicBezTo>
                <a:cubicBezTo>
                  <a:pt x="268" y="317"/>
                  <a:pt x="268" y="318"/>
                  <a:pt x="266" y="321"/>
                </a:cubicBezTo>
                <a:cubicBezTo>
                  <a:pt x="245" y="350"/>
                  <a:pt x="218" y="365"/>
                  <a:pt x="186" y="365"/>
                </a:cubicBezTo>
                <a:cubicBezTo>
                  <a:pt x="172" y="365"/>
                  <a:pt x="159" y="363"/>
                  <a:pt x="146" y="360"/>
                </a:cubicBezTo>
                <a:cubicBezTo>
                  <a:pt x="132" y="357"/>
                  <a:pt x="120" y="352"/>
                  <a:pt x="108" y="345"/>
                </a:cubicBezTo>
                <a:cubicBezTo>
                  <a:pt x="95" y="338"/>
                  <a:pt x="85" y="327"/>
                  <a:pt x="78" y="312"/>
                </a:cubicBezTo>
                <a:cubicBezTo>
                  <a:pt x="70" y="298"/>
                  <a:pt x="67" y="282"/>
                  <a:pt x="67" y="262"/>
                </a:cubicBezTo>
                <a:cubicBezTo>
                  <a:pt x="67" y="233"/>
                  <a:pt x="76" y="194"/>
                  <a:pt x="94" y="145"/>
                </a:cubicBezTo>
                <a:cubicBezTo>
                  <a:pt x="112" y="96"/>
                  <a:pt x="121" y="64"/>
                  <a:pt x="122" y="51"/>
                </a:cubicBezTo>
                <a:cubicBezTo>
                  <a:pt x="122" y="51"/>
                  <a:pt x="122" y="50"/>
                  <a:pt x="122" y="49"/>
                </a:cubicBezTo>
                <a:cubicBezTo>
                  <a:pt x="122" y="45"/>
                  <a:pt x="122" y="41"/>
                  <a:pt x="122" y="40"/>
                </a:cubicBezTo>
                <a:cubicBezTo>
                  <a:pt x="122" y="38"/>
                  <a:pt x="121" y="36"/>
                  <a:pt x="119" y="34"/>
                </a:cubicBezTo>
                <a:cubicBezTo>
                  <a:pt x="117" y="32"/>
                  <a:pt x="114" y="31"/>
                  <a:pt x="110" y="31"/>
                </a:cubicBezTo>
                <a:lnTo>
                  <a:pt x="107" y="31"/>
                </a:lnTo>
                <a:cubicBezTo>
                  <a:pt x="94" y="31"/>
                  <a:pt x="83" y="36"/>
                  <a:pt x="73" y="46"/>
                </a:cubicBezTo>
                <a:cubicBezTo>
                  <a:pt x="63" y="56"/>
                  <a:pt x="55" y="67"/>
                  <a:pt x="49" y="79"/>
                </a:cubicBezTo>
                <a:cubicBezTo>
                  <a:pt x="43" y="91"/>
                  <a:pt x="39" y="102"/>
                  <a:pt x="35" y="113"/>
                </a:cubicBezTo>
                <a:cubicBezTo>
                  <a:pt x="32" y="123"/>
                  <a:pt x="30" y="129"/>
                  <a:pt x="29" y="130"/>
                </a:cubicBezTo>
                <a:cubicBezTo>
                  <a:pt x="28" y="131"/>
                  <a:pt x="24" y="132"/>
                  <a:pt x="16" y="132"/>
                </a:cubicBezTo>
                <a:lnTo>
                  <a:pt x="5" y="132"/>
                </a:lnTo>
                <a:cubicBezTo>
                  <a:pt x="2" y="129"/>
                  <a:pt x="0" y="126"/>
                  <a:pt x="0" y="125"/>
                </a:cubicBezTo>
                <a:cubicBezTo>
                  <a:pt x="0" y="122"/>
                  <a:pt x="2" y="114"/>
                  <a:pt x="7" y="102"/>
                </a:cubicBezTo>
                <a:cubicBezTo>
                  <a:pt x="11" y="91"/>
                  <a:pt x="17" y="77"/>
                  <a:pt x="25" y="61"/>
                </a:cubicBezTo>
                <a:cubicBezTo>
                  <a:pt x="33" y="46"/>
                  <a:pt x="45" y="32"/>
                  <a:pt x="60" y="20"/>
                </a:cubicBezTo>
                <a:cubicBezTo>
                  <a:pt x="76" y="8"/>
                  <a:pt x="93" y="1"/>
                  <a:pt x="112" y="1"/>
                </a:cubicBezTo>
                <a:cubicBezTo>
                  <a:pt x="135" y="1"/>
                  <a:pt x="154" y="8"/>
                  <a:pt x="166" y="21"/>
                </a:cubicBezTo>
                <a:cubicBezTo>
                  <a:pt x="179" y="35"/>
                  <a:pt x="185" y="50"/>
                  <a:pt x="185" y="68"/>
                </a:cubicBezTo>
                <a:cubicBezTo>
                  <a:pt x="185" y="78"/>
                  <a:pt x="176" y="106"/>
                  <a:pt x="158" y="154"/>
                </a:cubicBezTo>
                <a:cubicBezTo>
                  <a:pt x="141" y="203"/>
                  <a:pt x="131" y="240"/>
                  <a:pt x="131" y="266"/>
                </a:cubicBezTo>
                <a:cubicBezTo>
                  <a:pt x="131" y="290"/>
                  <a:pt x="136" y="308"/>
                  <a:pt x="149" y="318"/>
                </a:cubicBezTo>
                <a:cubicBezTo>
                  <a:pt x="160" y="329"/>
                  <a:pt x="174" y="334"/>
                  <a:pt x="191" y="335"/>
                </a:cubicBezTo>
                <a:cubicBezTo>
                  <a:pt x="214" y="335"/>
                  <a:pt x="234" y="318"/>
                  <a:pt x="252" y="285"/>
                </a:cubicBezTo>
                <a:lnTo>
                  <a:pt x="256" y="278"/>
                </a:lnTo>
                <a:lnTo>
                  <a:pt x="256" y="259"/>
                </a:lnTo>
                <a:cubicBezTo>
                  <a:pt x="256" y="258"/>
                  <a:pt x="256" y="255"/>
                  <a:pt x="256" y="252"/>
                </a:cubicBezTo>
                <a:cubicBezTo>
                  <a:pt x="256" y="249"/>
                  <a:pt x="256" y="247"/>
                  <a:pt x="257" y="246"/>
                </a:cubicBezTo>
                <a:cubicBezTo>
                  <a:pt x="257" y="245"/>
                  <a:pt x="258" y="243"/>
                  <a:pt x="258" y="240"/>
                </a:cubicBezTo>
                <a:cubicBezTo>
                  <a:pt x="258" y="238"/>
                  <a:pt x="258" y="235"/>
                  <a:pt x="258" y="233"/>
                </a:cubicBezTo>
                <a:cubicBezTo>
                  <a:pt x="259" y="231"/>
                  <a:pt x="260" y="227"/>
                  <a:pt x="261" y="223"/>
                </a:cubicBezTo>
                <a:cubicBezTo>
                  <a:pt x="262" y="218"/>
                  <a:pt x="263" y="213"/>
                  <a:pt x="263" y="209"/>
                </a:cubicBezTo>
                <a:cubicBezTo>
                  <a:pt x="264" y="205"/>
                  <a:pt x="265" y="198"/>
                  <a:pt x="268" y="190"/>
                </a:cubicBezTo>
                <a:cubicBezTo>
                  <a:pt x="271" y="181"/>
                  <a:pt x="273" y="173"/>
                  <a:pt x="274" y="164"/>
                </a:cubicBezTo>
                <a:cubicBezTo>
                  <a:pt x="276" y="156"/>
                  <a:pt x="279" y="144"/>
                  <a:pt x="283" y="130"/>
                </a:cubicBezTo>
                <a:cubicBezTo>
                  <a:pt x="299" y="69"/>
                  <a:pt x="308" y="36"/>
                  <a:pt x="310" y="31"/>
                </a:cubicBezTo>
                <a:cubicBezTo>
                  <a:pt x="317" y="17"/>
                  <a:pt x="328" y="9"/>
                  <a:pt x="344" y="9"/>
                </a:cubicBezTo>
                <a:cubicBezTo>
                  <a:pt x="354" y="9"/>
                  <a:pt x="361" y="12"/>
                  <a:pt x="365" y="17"/>
                </a:cubicBezTo>
                <a:cubicBezTo>
                  <a:pt x="369" y="23"/>
                  <a:pt x="371" y="28"/>
                  <a:pt x="371" y="33"/>
                </a:cubicBezTo>
                <a:cubicBezTo>
                  <a:pt x="371" y="40"/>
                  <a:pt x="364" y="74"/>
                  <a:pt x="348" y="135"/>
                </a:cubicBezTo>
                <a:cubicBezTo>
                  <a:pt x="333" y="197"/>
                  <a:pt x="324" y="232"/>
                  <a:pt x="323" y="241"/>
                </a:cubicBezTo>
                <a:cubicBezTo>
                  <a:pt x="322" y="247"/>
                  <a:pt x="321" y="256"/>
                  <a:pt x="321" y="269"/>
                </a:cubicBezTo>
                <a:lnTo>
                  <a:pt x="321" y="275"/>
                </a:lnTo>
                <a:cubicBezTo>
                  <a:pt x="321" y="283"/>
                  <a:pt x="322" y="290"/>
                  <a:pt x="323" y="298"/>
                </a:cubicBezTo>
                <a:cubicBezTo>
                  <a:pt x="325" y="305"/>
                  <a:pt x="330" y="313"/>
                  <a:pt x="339" y="322"/>
                </a:cubicBezTo>
                <a:cubicBezTo>
                  <a:pt x="347" y="330"/>
                  <a:pt x="359" y="334"/>
                  <a:pt x="375" y="335"/>
                </a:cubicBezTo>
                <a:cubicBezTo>
                  <a:pt x="413" y="335"/>
                  <a:pt x="443" y="301"/>
                  <a:pt x="465" y="236"/>
                </a:cubicBezTo>
                <a:cubicBezTo>
                  <a:pt x="470" y="224"/>
                  <a:pt x="475" y="207"/>
                  <a:pt x="481" y="184"/>
                </a:cubicBezTo>
                <a:cubicBezTo>
                  <a:pt x="487" y="162"/>
                  <a:pt x="490" y="146"/>
                  <a:pt x="491" y="136"/>
                </a:cubicBezTo>
                <a:cubicBezTo>
                  <a:pt x="491" y="118"/>
                  <a:pt x="487" y="105"/>
                  <a:pt x="480" y="94"/>
                </a:cubicBezTo>
                <a:cubicBezTo>
                  <a:pt x="474" y="84"/>
                  <a:pt x="467" y="76"/>
                  <a:pt x="460" y="69"/>
                </a:cubicBezTo>
                <a:cubicBezTo>
                  <a:pt x="453" y="62"/>
                  <a:pt x="449" y="54"/>
                  <a:pt x="449" y="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858640" y="430524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4" y="0"/>
                </a:moveTo>
                <a:lnTo>
                  <a:pt x="8" y="0"/>
                </a:lnTo>
                <a:cubicBezTo>
                  <a:pt x="10" y="0"/>
                  <a:pt x="13" y="0"/>
                  <a:pt x="16" y="0"/>
                </a:cubicBezTo>
                <a:lnTo>
                  <a:pt x="25" y="0"/>
                </a:lnTo>
                <a:lnTo>
                  <a:pt x="48" y="19"/>
                </a:lnTo>
                <a:cubicBezTo>
                  <a:pt x="99" y="64"/>
                  <a:pt x="135" y="121"/>
                  <a:pt x="158" y="189"/>
                </a:cubicBezTo>
                <a:cubicBezTo>
                  <a:pt x="181" y="257"/>
                  <a:pt x="193" y="327"/>
                  <a:pt x="193" y="400"/>
                </a:cubicBezTo>
                <a:cubicBezTo>
                  <a:pt x="193" y="437"/>
                  <a:pt x="190" y="473"/>
                  <a:pt x="185" y="506"/>
                </a:cubicBezTo>
                <a:cubicBezTo>
                  <a:pt x="180" y="540"/>
                  <a:pt x="173" y="569"/>
                  <a:pt x="166" y="592"/>
                </a:cubicBezTo>
                <a:cubicBezTo>
                  <a:pt x="160" y="616"/>
                  <a:pt x="150" y="639"/>
                  <a:pt x="137" y="663"/>
                </a:cubicBezTo>
                <a:cubicBezTo>
                  <a:pt x="124" y="686"/>
                  <a:pt x="114" y="704"/>
                  <a:pt x="106" y="716"/>
                </a:cubicBezTo>
                <a:cubicBezTo>
                  <a:pt x="99" y="729"/>
                  <a:pt x="88" y="742"/>
                  <a:pt x="73" y="757"/>
                </a:cubicBezTo>
                <a:cubicBezTo>
                  <a:pt x="59" y="772"/>
                  <a:pt x="49" y="781"/>
                  <a:pt x="47" y="784"/>
                </a:cubicBezTo>
                <a:cubicBezTo>
                  <a:pt x="44" y="787"/>
                  <a:pt x="38" y="792"/>
                  <a:pt x="28" y="799"/>
                </a:cubicBezTo>
                <a:cubicBezTo>
                  <a:pt x="27" y="801"/>
                  <a:pt x="26" y="802"/>
                  <a:pt x="25" y="802"/>
                </a:cubicBezTo>
                <a:lnTo>
                  <a:pt x="16" y="802"/>
                </a:lnTo>
                <a:cubicBezTo>
                  <a:pt x="11" y="802"/>
                  <a:pt x="8" y="802"/>
                  <a:pt x="7" y="802"/>
                </a:cubicBezTo>
                <a:cubicBezTo>
                  <a:pt x="5" y="802"/>
                  <a:pt x="4" y="801"/>
                  <a:pt x="3" y="800"/>
                </a:cubicBezTo>
                <a:cubicBezTo>
                  <a:pt x="2" y="798"/>
                  <a:pt x="1" y="796"/>
                  <a:pt x="0" y="793"/>
                </a:cubicBezTo>
                <a:cubicBezTo>
                  <a:pt x="1" y="792"/>
                  <a:pt x="4" y="789"/>
                  <a:pt x="9" y="782"/>
                </a:cubicBezTo>
                <a:cubicBezTo>
                  <a:pt x="93" y="696"/>
                  <a:pt x="134" y="569"/>
                  <a:pt x="134" y="400"/>
                </a:cubicBezTo>
                <a:cubicBezTo>
                  <a:pt x="134" y="233"/>
                  <a:pt x="93" y="106"/>
                  <a:pt x="9" y="20"/>
                </a:cubicBezTo>
                <a:cubicBezTo>
                  <a:pt x="4" y="13"/>
                  <a:pt x="1" y="10"/>
                  <a:pt x="0" y="9"/>
                </a:cubicBezTo>
                <a:cubicBezTo>
                  <a:pt x="0" y="5"/>
                  <a:pt x="2" y="2"/>
                  <a:pt x="4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6035400" y="4353480"/>
            <a:ext cx="192600" cy="192240"/>
          </a:xfrm>
          <a:custGeom>
            <a:avLst/>
            <a:gdLst/>
            <a:ahLst/>
            <a:rect l="0" t="0" r="r" b="b"/>
            <a:pathLst>
              <a:path w="535" h="534">
                <a:moveTo>
                  <a:pt x="0" y="277"/>
                </a:moveTo>
                <a:cubicBezTo>
                  <a:pt x="0" y="277"/>
                  <a:pt x="0" y="273"/>
                  <a:pt x="0" y="266"/>
                </a:cubicBezTo>
                <a:cubicBezTo>
                  <a:pt x="0" y="260"/>
                  <a:pt x="4" y="254"/>
                  <a:pt x="11" y="250"/>
                </a:cubicBezTo>
                <a:lnTo>
                  <a:pt x="252" y="250"/>
                </a:lnTo>
                <a:lnTo>
                  <a:pt x="252" y="130"/>
                </a:lnTo>
                <a:lnTo>
                  <a:pt x="253" y="10"/>
                </a:lnTo>
                <a:cubicBezTo>
                  <a:pt x="258" y="3"/>
                  <a:pt x="263" y="0"/>
                  <a:pt x="268" y="0"/>
                </a:cubicBezTo>
                <a:cubicBezTo>
                  <a:pt x="275" y="0"/>
                  <a:pt x="280" y="4"/>
                  <a:pt x="284" y="12"/>
                </a:cubicBezTo>
                <a:lnTo>
                  <a:pt x="284" y="250"/>
                </a:lnTo>
                <a:lnTo>
                  <a:pt x="523" y="250"/>
                </a:lnTo>
                <a:cubicBezTo>
                  <a:pt x="531" y="255"/>
                  <a:pt x="535" y="260"/>
                  <a:pt x="535" y="266"/>
                </a:cubicBezTo>
                <a:cubicBezTo>
                  <a:pt x="535" y="273"/>
                  <a:pt x="531" y="278"/>
                  <a:pt x="523" y="283"/>
                </a:cubicBezTo>
                <a:lnTo>
                  <a:pt x="284" y="283"/>
                </a:lnTo>
                <a:lnTo>
                  <a:pt x="284" y="522"/>
                </a:lnTo>
                <a:cubicBezTo>
                  <a:pt x="280" y="530"/>
                  <a:pt x="275" y="534"/>
                  <a:pt x="270" y="534"/>
                </a:cubicBezTo>
                <a:lnTo>
                  <a:pt x="268" y="534"/>
                </a:lnTo>
                <a:lnTo>
                  <a:pt x="266" y="534"/>
                </a:lnTo>
                <a:cubicBezTo>
                  <a:pt x="260" y="534"/>
                  <a:pt x="255" y="530"/>
                  <a:pt x="252" y="522"/>
                </a:cubicBezTo>
                <a:lnTo>
                  <a:pt x="252" y="283"/>
                </a:lnTo>
                <a:lnTo>
                  <a:pt x="11" y="283"/>
                </a:lnTo>
                <a:cubicBezTo>
                  <a:pt x="4" y="279"/>
                  <a:pt x="0" y="273"/>
                  <a:pt x="0" y="266"/>
                </a:cubicBezTo>
                <a:lnTo>
                  <a:pt x="0" y="27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6334920" y="430524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0" y="400"/>
                </a:moveTo>
                <a:cubicBezTo>
                  <a:pt x="0" y="364"/>
                  <a:pt x="3" y="329"/>
                  <a:pt x="8" y="295"/>
                </a:cubicBezTo>
                <a:cubicBezTo>
                  <a:pt x="14" y="262"/>
                  <a:pt x="20" y="234"/>
                  <a:pt x="27" y="210"/>
                </a:cubicBezTo>
                <a:cubicBezTo>
                  <a:pt x="34" y="186"/>
                  <a:pt x="44" y="162"/>
                  <a:pt x="56" y="139"/>
                </a:cubicBezTo>
                <a:cubicBezTo>
                  <a:pt x="69" y="116"/>
                  <a:pt x="80" y="98"/>
                  <a:pt x="88" y="85"/>
                </a:cubicBezTo>
                <a:cubicBezTo>
                  <a:pt x="95" y="73"/>
                  <a:pt x="107" y="59"/>
                  <a:pt x="122" y="44"/>
                </a:cubicBezTo>
                <a:cubicBezTo>
                  <a:pt x="137" y="29"/>
                  <a:pt x="145" y="20"/>
                  <a:pt x="148" y="16"/>
                </a:cubicBezTo>
                <a:cubicBezTo>
                  <a:pt x="151" y="13"/>
                  <a:pt x="157" y="8"/>
                  <a:pt x="168" y="0"/>
                </a:cubicBezTo>
                <a:lnTo>
                  <a:pt x="178" y="0"/>
                </a:lnTo>
                <a:lnTo>
                  <a:pt x="182" y="0"/>
                </a:lnTo>
                <a:cubicBezTo>
                  <a:pt x="189" y="0"/>
                  <a:pt x="193" y="2"/>
                  <a:pt x="193" y="7"/>
                </a:cubicBezTo>
                <a:cubicBezTo>
                  <a:pt x="193" y="8"/>
                  <a:pt x="188" y="14"/>
                  <a:pt x="179" y="24"/>
                </a:cubicBezTo>
                <a:cubicBezTo>
                  <a:pt x="170" y="33"/>
                  <a:pt x="159" y="47"/>
                  <a:pt x="146" y="66"/>
                </a:cubicBezTo>
                <a:cubicBezTo>
                  <a:pt x="134" y="85"/>
                  <a:pt x="120" y="108"/>
                  <a:pt x="107" y="135"/>
                </a:cubicBezTo>
                <a:cubicBezTo>
                  <a:pt x="94" y="162"/>
                  <a:pt x="83" y="199"/>
                  <a:pt x="73" y="246"/>
                </a:cubicBezTo>
                <a:cubicBezTo>
                  <a:pt x="63" y="292"/>
                  <a:pt x="59" y="344"/>
                  <a:pt x="59" y="400"/>
                </a:cubicBezTo>
                <a:cubicBezTo>
                  <a:pt x="59" y="458"/>
                  <a:pt x="63" y="509"/>
                  <a:pt x="73" y="555"/>
                </a:cubicBezTo>
                <a:cubicBezTo>
                  <a:pt x="83" y="601"/>
                  <a:pt x="93" y="638"/>
                  <a:pt x="106" y="667"/>
                </a:cubicBezTo>
                <a:cubicBezTo>
                  <a:pt x="119" y="695"/>
                  <a:pt x="132" y="718"/>
                  <a:pt x="146" y="736"/>
                </a:cubicBezTo>
                <a:cubicBezTo>
                  <a:pt x="159" y="753"/>
                  <a:pt x="170" y="768"/>
                  <a:pt x="179" y="778"/>
                </a:cubicBezTo>
                <a:cubicBezTo>
                  <a:pt x="188" y="789"/>
                  <a:pt x="193" y="795"/>
                  <a:pt x="193" y="795"/>
                </a:cubicBezTo>
                <a:cubicBezTo>
                  <a:pt x="193" y="800"/>
                  <a:pt x="189" y="802"/>
                  <a:pt x="181" y="802"/>
                </a:cubicBezTo>
                <a:lnTo>
                  <a:pt x="178" y="802"/>
                </a:lnTo>
                <a:lnTo>
                  <a:pt x="168" y="802"/>
                </a:lnTo>
                <a:lnTo>
                  <a:pt x="146" y="783"/>
                </a:lnTo>
                <a:cubicBezTo>
                  <a:pt x="95" y="738"/>
                  <a:pt x="58" y="681"/>
                  <a:pt x="35" y="613"/>
                </a:cubicBezTo>
                <a:cubicBezTo>
                  <a:pt x="12" y="545"/>
                  <a:pt x="0" y="475"/>
                  <a:pt x="0" y="40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432120" y="4329360"/>
            <a:ext cx="119880" cy="199080"/>
          </a:xfrm>
          <a:custGeom>
            <a:avLst/>
            <a:gdLst/>
            <a:ahLst/>
            <a:rect l="0" t="0" r="r" b="b"/>
            <a:pathLst>
              <a:path w="333" h="553">
                <a:moveTo>
                  <a:pt x="0" y="283"/>
                </a:moveTo>
                <a:cubicBezTo>
                  <a:pt x="0" y="196"/>
                  <a:pt x="22" y="127"/>
                  <a:pt x="65" y="76"/>
                </a:cubicBezTo>
                <a:cubicBezTo>
                  <a:pt x="109" y="25"/>
                  <a:pt x="157" y="0"/>
                  <a:pt x="211" y="0"/>
                </a:cubicBezTo>
                <a:cubicBezTo>
                  <a:pt x="248" y="0"/>
                  <a:pt x="274" y="10"/>
                  <a:pt x="290" y="29"/>
                </a:cubicBezTo>
                <a:cubicBezTo>
                  <a:pt x="306" y="48"/>
                  <a:pt x="314" y="69"/>
                  <a:pt x="314" y="93"/>
                </a:cubicBezTo>
                <a:cubicBezTo>
                  <a:pt x="314" y="106"/>
                  <a:pt x="310" y="117"/>
                  <a:pt x="303" y="125"/>
                </a:cubicBezTo>
                <a:cubicBezTo>
                  <a:pt x="295" y="133"/>
                  <a:pt x="285" y="137"/>
                  <a:pt x="272" y="137"/>
                </a:cubicBezTo>
                <a:cubicBezTo>
                  <a:pt x="259" y="137"/>
                  <a:pt x="249" y="133"/>
                  <a:pt x="241" y="126"/>
                </a:cubicBezTo>
                <a:cubicBezTo>
                  <a:pt x="233" y="118"/>
                  <a:pt x="229" y="108"/>
                  <a:pt x="229" y="95"/>
                </a:cubicBezTo>
                <a:cubicBezTo>
                  <a:pt x="229" y="71"/>
                  <a:pt x="242" y="57"/>
                  <a:pt x="267" y="52"/>
                </a:cubicBezTo>
                <a:cubicBezTo>
                  <a:pt x="255" y="40"/>
                  <a:pt x="238" y="34"/>
                  <a:pt x="217" y="32"/>
                </a:cubicBezTo>
                <a:cubicBezTo>
                  <a:pt x="179" y="32"/>
                  <a:pt x="147" y="48"/>
                  <a:pt x="122" y="80"/>
                </a:cubicBezTo>
                <a:cubicBezTo>
                  <a:pt x="97" y="115"/>
                  <a:pt x="85" y="169"/>
                  <a:pt x="85" y="242"/>
                </a:cubicBezTo>
                <a:lnTo>
                  <a:pt x="85" y="245"/>
                </a:lnTo>
                <a:cubicBezTo>
                  <a:pt x="88" y="242"/>
                  <a:pt x="90" y="239"/>
                  <a:pt x="92" y="235"/>
                </a:cubicBezTo>
                <a:cubicBezTo>
                  <a:pt x="114" y="203"/>
                  <a:pt x="142" y="187"/>
                  <a:pt x="179" y="187"/>
                </a:cubicBezTo>
                <a:lnTo>
                  <a:pt x="182" y="187"/>
                </a:lnTo>
                <a:cubicBezTo>
                  <a:pt x="206" y="187"/>
                  <a:pt x="228" y="192"/>
                  <a:pt x="247" y="202"/>
                </a:cubicBezTo>
                <a:cubicBezTo>
                  <a:pt x="260" y="209"/>
                  <a:pt x="272" y="220"/>
                  <a:pt x="285" y="234"/>
                </a:cubicBezTo>
                <a:cubicBezTo>
                  <a:pt x="298" y="248"/>
                  <a:pt x="308" y="263"/>
                  <a:pt x="316" y="280"/>
                </a:cubicBezTo>
                <a:cubicBezTo>
                  <a:pt x="328" y="306"/>
                  <a:pt x="333" y="335"/>
                  <a:pt x="333" y="366"/>
                </a:cubicBezTo>
                <a:lnTo>
                  <a:pt x="333" y="381"/>
                </a:lnTo>
                <a:cubicBezTo>
                  <a:pt x="333" y="393"/>
                  <a:pt x="332" y="405"/>
                  <a:pt x="329" y="415"/>
                </a:cubicBezTo>
                <a:cubicBezTo>
                  <a:pt x="323" y="447"/>
                  <a:pt x="306" y="478"/>
                  <a:pt x="278" y="508"/>
                </a:cubicBezTo>
                <a:cubicBezTo>
                  <a:pt x="250" y="538"/>
                  <a:pt x="214" y="553"/>
                  <a:pt x="170" y="553"/>
                </a:cubicBezTo>
                <a:cubicBezTo>
                  <a:pt x="155" y="553"/>
                  <a:pt x="140" y="550"/>
                  <a:pt x="126" y="546"/>
                </a:cubicBezTo>
                <a:cubicBezTo>
                  <a:pt x="112" y="542"/>
                  <a:pt x="97" y="534"/>
                  <a:pt x="81" y="522"/>
                </a:cubicBezTo>
                <a:cubicBezTo>
                  <a:pt x="65" y="510"/>
                  <a:pt x="52" y="495"/>
                  <a:pt x="41" y="475"/>
                </a:cubicBezTo>
                <a:cubicBezTo>
                  <a:pt x="29" y="455"/>
                  <a:pt x="20" y="429"/>
                  <a:pt x="12" y="397"/>
                </a:cubicBezTo>
                <a:cubicBezTo>
                  <a:pt x="4" y="364"/>
                  <a:pt x="0" y="326"/>
                  <a:pt x="0" y="283"/>
                </a:cubicBezTo>
                <a:moveTo>
                  <a:pt x="174" y="216"/>
                </a:moveTo>
                <a:cubicBezTo>
                  <a:pt x="157" y="216"/>
                  <a:pt x="143" y="220"/>
                  <a:pt x="131" y="229"/>
                </a:cubicBezTo>
                <a:cubicBezTo>
                  <a:pt x="119" y="238"/>
                  <a:pt x="110" y="250"/>
                  <a:pt x="104" y="265"/>
                </a:cubicBezTo>
                <a:cubicBezTo>
                  <a:pt x="97" y="280"/>
                  <a:pt x="93" y="296"/>
                  <a:pt x="90" y="311"/>
                </a:cubicBezTo>
                <a:cubicBezTo>
                  <a:pt x="88" y="327"/>
                  <a:pt x="86" y="343"/>
                  <a:pt x="85" y="361"/>
                </a:cubicBezTo>
                <a:cubicBezTo>
                  <a:pt x="85" y="406"/>
                  <a:pt x="89" y="438"/>
                  <a:pt x="95" y="457"/>
                </a:cubicBezTo>
                <a:cubicBezTo>
                  <a:pt x="101" y="476"/>
                  <a:pt x="112" y="492"/>
                  <a:pt x="125" y="504"/>
                </a:cubicBezTo>
                <a:cubicBezTo>
                  <a:pt x="138" y="513"/>
                  <a:pt x="152" y="518"/>
                  <a:pt x="168" y="518"/>
                </a:cubicBezTo>
                <a:cubicBezTo>
                  <a:pt x="196" y="518"/>
                  <a:pt x="217" y="508"/>
                  <a:pt x="231" y="488"/>
                </a:cubicBezTo>
                <a:cubicBezTo>
                  <a:pt x="238" y="478"/>
                  <a:pt x="243" y="466"/>
                  <a:pt x="246" y="452"/>
                </a:cubicBezTo>
                <a:cubicBezTo>
                  <a:pt x="249" y="437"/>
                  <a:pt x="250" y="409"/>
                  <a:pt x="250" y="366"/>
                </a:cubicBezTo>
                <a:cubicBezTo>
                  <a:pt x="250" y="324"/>
                  <a:pt x="249" y="295"/>
                  <a:pt x="246" y="281"/>
                </a:cubicBezTo>
                <a:cubicBezTo>
                  <a:pt x="243" y="266"/>
                  <a:pt x="238" y="254"/>
                  <a:pt x="231" y="244"/>
                </a:cubicBezTo>
                <a:cubicBezTo>
                  <a:pt x="217" y="225"/>
                  <a:pt x="198" y="216"/>
                  <a:pt x="174" y="21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586920" y="4487040"/>
            <a:ext cx="35280" cy="34920"/>
          </a:xfrm>
          <a:custGeom>
            <a:avLst/>
            <a:gdLst/>
            <a:ahLst/>
            <a:rect l="0" t="0" r="r" b="b"/>
            <a:pathLst>
              <a:path w="98" h="97">
                <a:moveTo>
                  <a:pt x="0" y="48"/>
                </a:moveTo>
                <a:cubicBezTo>
                  <a:pt x="0" y="35"/>
                  <a:pt x="5" y="24"/>
                  <a:pt x="14" y="14"/>
                </a:cubicBezTo>
                <a:cubicBezTo>
                  <a:pt x="23" y="4"/>
                  <a:pt x="34" y="0"/>
                  <a:pt x="48" y="0"/>
                </a:cubicBezTo>
                <a:cubicBezTo>
                  <a:pt x="61" y="0"/>
                  <a:pt x="72" y="4"/>
                  <a:pt x="82" y="13"/>
                </a:cubicBezTo>
                <a:cubicBezTo>
                  <a:pt x="92" y="21"/>
                  <a:pt x="98" y="33"/>
                  <a:pt x="98" y="47"/>
                </a:cubicBezTo>
                <a:cubicBezTo>
                  <a:pt x="98" y="60"/>
                  <a:pt x="94" y="73"/>
                  <a:pt x="83" y="82"/>
                </a:cubicBezTo>
                <a:cubicBezTo>
                  <a:pt x="74" y="92"/>
                  <a:pt x="63" y="97"/>
                  <a:pt x="49" y="97"/>
                </a:cubicBezTo>
                <a:cubicBezTo>
                  <a:pt x="35" y="97"/>
                  <a:pt x="24" y="92"/>
                  <a:pt x="15" y="83"/>
                </a:cubicBezTo>
                <a:cubicBezTo>
                  <a:pt x="5" y="74"/>
                  <a:pt x="1" y="62"/>
                  <a:pt x="0" y="4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6658920" y="4329360"/>
            <a:ext cx="115560" cy="192600"/>
          </a:xfrm>
          <a:custGeom>
            <a:avLst/>
            <a:gdLst/>
            <a:ahLst/>
            <a:rect l="0" t="0" r="r" b="b"/>
            <a:pathLst>
              <a:path w="321" h="535">
                <a:moveTo>
                  <a:pt x="48" y="190"/>
                </a:moveTo>
                <a:cubicBezTo>
                  <a:pt x="33" y="190"/>
                  <a:pt x="22" y="185"/>
                  <a:pt x="13" y="176"/>
                </a:cubicBezTo>
                <a:cubicBezTo>
                  <a:pt x="5" y="166"/>
                  <a:pt x="0" y="154"/>
                  <a:pt x="0" y="140"/>
                </a:cubicBezTo>
                <a:cubicBezTo>
                  <a:pt x="0" y="102"/>
                  <a:pt x="15" y="69"/>
                  <a:pt x="43" y="42"/>
                </a:cubicBezTo>
                <a:cubicBezTo>
                  <a:pt x="71" y="14"/>
                  <a:pt x="107" y="0"/>
                  <a:pt x="149" y="0"/>
                </a:cubicBezTo>
                <a:cubicBezTo>
                  <a:pt x="198" y="0"/>
                  <a:pt x="239" y="15"/>
                  <a:pt x="272" y="45"/>
                </a:cubicBezTo>
                <a:cubicBezTo>
                  <a:pt x="304" y="75"/>
                  <a:pt x="321" y="114"/>
                  <a:pt x="321" y="161"/>
                </a:cubicBezTo>
                <a:cubicBezTo>
                  <a:pt x="321" y="184"/>
                  <a:pt x="316" y="206"/>
                  <a:pt x="305" y="227"/>
                </a:cubicBezTo>
                <a:cubicBezTo>
                  <a:pt x="295" y="248"/>
                  <a:pt x="282" y="266"/>
                  <a:pt x="267" y="281"/>
                </a:cubicBezTo>
                <a:cubicBezTo>
                  <a:pt x="252" y="297"/>
                  <a:pt x="230" y="317"/>
                  <a:pt x="203" y="341"/>
                </a:cubicBezTo>
                <a:cubicBezTo>
                  <a:pt x="183" y="357"/>
                  <a:pt x="156" y="382"/>
                  <a:pt x="122" y="414"/>
                </a:cubicBezTo>
                <a:lnTo>
                  <a:pt x="74" y="459"/>
                </a:lnTo>
                <a:lnTo>
                  <a:pt x="135" y="460"/>
                </a:lnTo>
                <a:cubicBezTo>
                  <a:pt x="220" y="460"/>
                  <a:pt x="265" y="459"/>
                  <a:pt x="270" y="456"/>
                </a:cubicBezTo>
                <a:cubicBezTo>
                  <a:pt x="274" y="455"/>
                  <a:pt x="280" y="431"/>
                  <a:pt x="289" y="385"/>
                </a:cubicBezTo>
                <a:lnTo>
                  <a:pt x="289" y="382"/>
                </a:lnTo>
                <a:lnTo>
                  <a:pt x="321" y="382"/>
                </a:lnTo>
                <a:lnTo>
                  <a:pt x="321" y="385"/>
                </a:lnTo>
                <a:cubicBezTo>
                  <a:pt x="321" y="386"/>
                  <a:pt x="317" y="411"/>
                  <a:pt x="311" y="458"/>
                </a:cubicBezTo>
                <a:cubicBezTo>
                  <a:pt x="305" y="506"/>
                  <a:pt x="300" y="530"/>
                  <a:pt x="299" y="532"/>
                </a:cubicBezTo>
                <a:lnTo>
                  <a:pt x="299" y="535"/>
                </a:lnTo>
                <a:lnTo>
                  <a:pt x="0" y="535"/>
                </a:lnTo>
                <a:lnTo>
                  <a:pt x="0" y="520"/>
                </a:lnTo>
                <a:lnTo>
                  <a:pt x="0" y="510"/>
                </a:lnTo>
                <a:cubicBezTo>
                  <a:pt x="0" y="506"/>
                  <a:pt x="2" y="502"/>
                  <a:pt x="5" y="497"/>
                </a:cubicBezTo>
                <a:cubicBezTo>
                  <a:pt x="9" y="493"/>
                  <a:pt x="17" y="483"/>
                  <a:pt x="29" y="469"/>
                </a:cubicBezTo>
                <a:cubicBezTo>
                  <a:pt x="45" y="452"/>
                  <a:pt x="58" y="437"/>
                  <a:pt x="69" y="424"/>
                </a:cubicBezTo>
                <a:cubicBezTo>
                  <a:pt x="74" y="419"/>
                  <a:pt x="83" y="409"/>
                  <a:pt x="97" y="394"/>
                </a:cubicBezTo>
                <a:cubicBezTo>
                  <a:pt x="110" y="380"/>
                  <a:pt x="119" y="370"/>
                  <a:pt x="124" y="365"/>
                </a:cubicBezTo>
                <a:cubicBezTo>
                  <a:pt x="129" y="359"/>
                  <a:pt x="137" y="351"/>
                  <a:pt x="147" y="338"/>
                </a:cubicBezTo>
                <a:cubicBezTo>
                  <a:pt x="158" y="326"/>
                  <a:pt x="166" y="317"/>
                  <a:pt x="171" y="311"/>
                </a:cubicBezTo>
                <a:cubicBezTo>
                  <a:pt x="175" y="305"/>
                  <a:pt x="181" y="297"/>
                  <a:pt x="189" y="287"/>
                </a:cubicBezTo>
                <a:cubicBezTo>
                  <a:pt x="197" y="277"/>
                  <a:pt x="203" y="268"/>
                  <a:pt x="206" y="261"/>
                </a:cubicBezTo>
                <a:cubicBezTo>
                  <a:pt x="209" y="254"/>
                  <a:pt x="213" y="247"/>
                  <a:pt x="218" y="238"/>
                </a:cubicBezTo>
                <a:cubicBezTo>
                  <a:pt x="223" y="230"/>
                  <a:pt x="226" y="221"/>
                  <a:pt x="228" y="212"/>
                </a:cubicBezTo>
                <a:cubicBezTo>
                  <a:pt x="230" y="204"/>
                  <a:pt x="232" y="196"/>
                  <a:pt x="234" y="188"/>
                </a:cubicBezTo>
                <a:cubicBezTo>
                  <a:pt x="236" y="181"/>
                  <a:pt x="236" y="172"/>
                  <a:pt x="236" y="162"/>
                </a:cubicBezTo>
                <a:cubicBezTo>
                  <a:pt x="236" y="128"/>
                  <a:pt x="227" y="99"/>
                  <a:pt x="209" y="75"/>
                </a:cubicBezTo>
                <a:cubicBezTo>
                  <a:pt x="191" y="50"/>
                  <a:pt x="164" y="38"/>
                  <a:pt x="130" y="38"/>
                </a:cubicBezTo>
                <a:cubicBezTo>
                  <a:pt x="113" y="38"/>
                  <a:pt x="97" y="42"/>
                  <a:pt x="84" y="51"/>
                </a:cubicBezTo>
                <a:cubicBezTo>
                  <a:pt x="71" y="60"/>
                  <a:pt x="61" y="69"/>
                  <a:pt x="56" y="78"/>
                </a:cubicBezTo>
                <a:cubicBezTo>
                  <a:pt x="50" y="86"/>
                  <a:pt x="48" y="91"/>
                  <a:pt x="48" y="93"/>
                </a:cubicBezTo>
                <a:cubicBezTo>
                  <a:pt x="48" y="94"/>
                  <a:pt x="49" y="94"/>
                  <a:pt x="52" y="94"/>
                </a:cubicBezTo>
                <a:cubicBezTo>
                  <a:pt x="61" y="94"/>
                  <a:pt x="71" y="98"/>
                  <a:pt x="81" y="105"/>
                </a:cubicBezTo>
                <a:cubicBezTo>
                  <a:pt x="92" y="112"/>
                  <a:pt x="97" y="125"/>
                  <a:pt x="97" y="142"/>
                </a:cubicBezTo>
                <a:cubicBezTo>
                  <a:pt x="97" y="155"/>
                  <a:pt x="92" y="166"/>
                  <a:pt x="84" y="176"/>
                </a:cubicBezTo>
                <a:cubicBezTo>
                  <a:pt x="75" y="185"/>
                  <a:pt x="63" y="189"/>
                  <a:pt x="48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6803280" y="432936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3" y="409"/>
                </a:moveTo>
                <a:cubicBezTo>
                  <a:pt x="93" y="422"/>
                  <a:pt x="88" y="433"/>
                  <a:pt x="79" y="441"/>
                </a:cubicBezTo>
                <a:cubicBezTo>
                  <a:pt x="70" y="450"/>
                  <a:pt x="60" y="454"/>
                  <a:pt x="48" y="454"/>
                </a:cubicBezTo>
                <a:lnTo>
                  <a:pt x="42" y="454"/>
                </a:lnTo>
                <a:cubicBezTo>
                  <a:pt x="67" y="496"/>
                  <a:pt x="100" y="517"/>
                  <a:pt x="141" y="517"/>
                </a:cubicBezTo>
                <a:cubicBezTo>
                  <a:pt x="178" y="517"/>
                  <a:pt x="205" y="501"/>
                  <a:pt x="223" y="469"/>
                </a:cubicBezTo>
                <a:cubicBezTo>
                  <a:pt x="233" y="452"/>
                  <a:pt x="238" y="417"/>
                  <a:pt x="238" y="366"/>
                </a:cubicBezTo>
                <a:cubicBezTo>
                  <a:pt x="238" y="310"/>
                  <a:pt x="231" y="273"/>
                  <a:pt x="216" y="254"/>
                </a:cubicBezTo>
                <a:cubicBezTo>
                  <a:pt x="202" y="236"/>
                  <a:pt x="187" y="228"/>
                  <a:pt x="170" y="228"/>
                </a:cubicBezTo>
                <a:lnTo>
                  <a:pt x="165" y="228"/>
                </a:lnTo>
                <a:cubicBezTo>
                  <a:pt x="123" y="228"/>
                  <a:pt x="92" y="246"/>
                  <a:pt x="69" y="282"/>
                </a:cubicBezTo>
                <a:cubicBezTo>
                  <a:pt x="67" y="286"/>
                  <a:pt x="65" y="288"/>
                  <a:pt x="64" y="289"/>
                </a:cubicBezTo>
                <a:cubicBezTo>
                  <a:pt x="62" y="289"/>
                  <a:pt x="58" y="290"/>
                  <a:pt x="52" y="290"/>
                </a:cubicBezTo>
                <a:cubicBezTo>
                  <a:pt x="43" y="290"/>
                  <a:pt x="37" y="289"/>
                  <a:pt x="36" y="285"/>
                </a:cubicBezTo>
                <a:cubicBezTo>
                  <a:pt x="35" y="283"/>
                  <a:pt x="35" y="236"/>
                  <a:pt x="35" y="145"/>
                </a:cubicBezTo>
                <a:lnTo>
                  <a:pt x="35" y="42"/>
                </a:lnTo>
                <a:cubicBezTo>
                  <a:pt x="35" y="15"/>
                  <a:pt x="36" y="2"/>
                  <a:pt x="39" y="2"/>
                </a:cubicBezTo>
                <a:cubicBezTo>
                  <a:pt x="40" y="1"/>
                  <a:pt x="41" y="0"/>
                  <a:pt x="42" y="0"/>
                </a:cubicBezTo>
                <a:cubicBezTo>
                  <a:pt x="43" y="0"/>
                  <a:pt x="48" y="2"/>
                  <a:pt x="59" y="6"/>
                </a:cubicBezTo>
                <a:cubicBezTo>
                  <a:pt x="70" y="11"/>
                  <a:pt x="85" y="15"/>
                  <a:pt x="104" y="19"/>
                </a:cubicBezTo>
                <a:cubicBezTo>
                  <a:pt x="123" y="24"/>
                  <a:pt x="143" y="26"/>
                  <a:pt x="164" y="26"/>
                </a:cubicBezTo>
                <a:cubicBezTo>
                  <a:pt x="202" y="26"/>
                  <a:pt x="238" y="18"/>
                  <a:pt x="273" y="3"/>
                </a:cubicBezTo>
                <a:cubicBezTo>
                  <a:pt x="277" y="1"/>
                  <a:pt x="281" y="0"/>
                  <a:pt x="283" y="0"/>
                </a:cubicBezTo>
                <a:cubicBezTo>
                  <a:pt x="288" y="0"/>
                  <a:pt x="290" y="5"/>
                  <a:pt x="290" y="14"/>
                </a:cubicBezTo>
                <a:lnTo>
                  <a:pt x="290" y="25"/>
                </a:lnTo>
                <a:cubicBezTo>
                  <a:pt x="246" y="77"/>
                  <a:pt x="191" y="103"/>
                  <a:pt x="126" y="103"/>
                </a:cubicBezTo>
                <a:cubicBezTo>
                  <a:pt x="109" y="103"/>
                  <a:pt x="94" y="101"/>
                  <a:pt x="80" y="98"/>
                </a:cubicBezTo>
                <a:lnTo>
                  <a:pt x="72" y="96"/>
                </a:lnTo>
                <a:lnTo>
                  <a:pt x="72" y="234"/>
                </a:lnTo>
                <a:cubicBezTo>
                  <a:pt x="82" y="227"/>
                  <a:pt x="91" y="221"/>
                  <a:pt x="97" y="216"/>
                </a:cubicBezTo>
                <a:cubicBezTo>
                  <a:pt x="103" y="212"/>
                  <a:pt x="112" y="208"/>
                  <a:pt x="126" y="204"/>
                </a:cubicBezTo>
                <a:cubicBezTo>
                  <a:pt x="139" y="199"/>
                  <a:pt x="153" y="197"/>
                  <a:pt x="166" y="197"/>
                </a:cubicBezTo>
                <a:cubicBezTo>
                  <a:pt x="210" y="197"/>
                  <a:pt x="246" y="215"/>
                  <a:pt x="276" y="249"/>
                </a:cubicBezTo>
                <a:cubicBezTo>
                  <a:pt x="306" y="284"/>
                  <a:pt x="321" y="325"/>
                  <a:pt x="321" y="374"/>
                </a:cubicBezTo>
                <a:cubicBezTo>
                  <a:pt x="321" y="423"/>
                  <a:pt x="304" y="465"/>
                  <a:pt x="270" y="500"/>
                </a:cubicBezTo>
                <a:cubicBezTo>
                  <a:pt x="236" y="534"/>
                  <a:pt x="194" y="552"/>
                  <a:pt x="145" y="553"/>
                </a:cubicBezTo>
                <a:cubicBezTo>
                  <a:pt x="102" y="553"/>
                  <a:pt x="66" y="538"/>
                  <a:pt x="40" y="509"/>
                </a:cubicBezTo>
                <a:cubicBezTo>
                  <a:pt x="13" y="480"/>
                  <a:pt x="0" y="448"/>
                  <a:pt x="0" y="411"/>
                </a:cubicBezTo>
                <a:cubicBezTo>
                  <a:pt x="0" y="399"/>
                  <a:pt x="3" y="388"/>
                  <a:pt x="9" y="381"/>
                </a:cubicBezTo>
                <a:cubicBezTo>
                  <a:pt x="15" y="373"/>
                  <a:pt x="21" y="368"/>
                  <a:pt x="28" y="366"/>
                </a:cubicBezTo>
                <a:cubicBezTo>
                  <a:pt x="34" y="363"/>
                  <a:pt x="40" y="362"/>
                  <a:pt x="46" y="362"/>
                </a:cubicBezTo>
                <a:cubicBezTo>
                  <a:pt x="59" y="362"/>
                  <a:pt x="70" y="367"/>
                  <a:pt x="79" y="377"/>
                </a:cubicBezTo>
                <a:cubicBezTo>
                  <a:pt x="88" y="386"/>
                  <a:pt x="93" y="397"/>
                  <a:pt x="93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7039800" y="4379760"/>
            <a:ext cx="139680" cy="139680"/>
          </a:xfrm>
          <a:custGeom>
            <a:avLst/>
            <a:gdLst/>
            <a:ahLst/>
            <a:rect l="0" t="0" r="r" b="b"/>
            <a:pathLst>
              <a:path w="388" h="388">
                <a:moveTo>
                  <a:pt x="388" y="371"/>
                </a:moveTo>
                <a:cubicBezTo>
                  <a:pt x="388" y="382"/>
                  <a:pt x="383" y="388"/>
                  <a:pt x="370" y="388"/>
                </a:cubicBezTo>
                <a:cubicBezTo>
                  <a:pt x="368" y="388"/>
                  <a:pt x="362" y="383"/>
                  <a:pt x="353" y="374"/>
                </a:cubicBezTo>
                <a:cubicBezTo>
                  <a:pt x="344" y="365"/>
                  <a:pt x="318" y="340"/>
                  <a:pt x="277" y="299"/>
                </a:cubicBezTo>
                <a:lnTo>
                  <a:pt x="194" y="216"/>
                </a:lnTo>
                <a:lnTo>
                  <a:pt x="110" y="300"/>
                </a:lnTo>
                <a:cubicBezTo>
                  <a:pt x="53" y="356"/>
                  <a:pt x="24" y="385"/>
                  <a:pt x="22" y="386"/>
                </a:cubicBezTo>
                <a:cubicBezTo>
                  <a:pt x="20" y="387"/>
                  <a:pt x="18" y="388"/>
                  <a:pt x="17" y="388"/>
                </a:cubicBezTo>
                <a:cubicBezTo>
                  <a:pt x="13" y="388"/>
                  <a:pt x="9" y="386"/>
                  <a:pt x="6" y="383"/>
                </a:cubicBezTo>
                <a:cubicBezTo>
                  <a:pt x="2" y="380"/>
                  <a:pt x="1" y="375"/>
                  <a:pt x="0" y="371"/>
                </a:cubicBezTo>
                <a:cubicBezTo>
                  <a:pt x="0" y="367"/>
                  <a:pt x="4" y="361"/>
                  <a:pt x="11" y="353"/>
                </a:cubicBezTo>
                <a:cubicBezTo>
                  <a:pt x="19" y="345"/>
                  <a:pt x="44" y="320"/>
                  <a:pt x="87" y="277"/>
                </a:cubicBezTo>
                <a:lnTo>
                  <a:pt x="170" y="193"/>
                </a:lnTo>
                <a:lnTo>
                  <a:pt x="87" y="110"/>
                </a:lnTo>
                <a:cubicBezTo>
                  <a:pt x="43" y="67"/>
                  <a:pt x="18" y="41"/>
                  <a:pt x="11" y="34"/>
                </a:cubicBezTo>
                <a:cubicBezTo>
                  <a:pt x="4" y="26"/>
                  <a:pt x="1" y="21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2"/>
                  <a:pt x="12" y="1"/>
                  <a:pt x="17" y="1"/>
                </a:cubicBezTo>
                <a:cubicBezTo>
                  <a:pt x="19" y="1"/>
                  <a:pt x="21" y="1"/>
                  <a:pt x="22" y="2"/>
                </a:cubicBezTo>
                <a:cubicBezTo>
                  <a:pt x="24" y="3"/>
                  <a:pt x="53" y="31"/>
                  <a:pt x="110" y="87"/>
                </a:cubicBezTo>
                <a:lnTo>
                  <a:pt x="194" y="171"/>
                </a:lnTo>
                <a:lnTo>
                  <a:pt x="277" y="88"/>
                </a:lnTo>
                <a:cubicBezTo>
                  <a:pt x="318" y="47"/>
                  <a:pt x="344" y="22"/>
                  <a:pt x="353" y="13"/>
                </a:cubicBezTo>
                <a:cubicBezTo>
                  <a:pt x="362" y="5"/>
                  <a:pt x="368" y="0"/>
                  <a:pt x="370" y="0"/>
                </a:cubicBezTo>
                <a:cubicBezTo>
                  <a:pt x="383" y="0"/>
                  <a:pt x="388" y="6"/>
                  <a:pt x="388" y="16"/>
                </a:cubicBezTo>
                <a:cubicBezTo>
                  <a:pt x="388" y="20"/>
                  <a:pt x="385" y="25"/>
                  <a:pt x="380" y="31"/>
                </a:cubicBezTo>
                <a:cubicBezTo>
                  <a:pt x="374" y="37"/>
                  <a:pt x="348" y="63"/>
                  <a:pt x="301" y="109"/>
                </a:cubicBezTo>
                <a:lnTo>
                  <a:pt x="217" y="193"/>
                </a:lnTo>
                <a:lnTo>
                  <a:pt x="301" y="278"/>
                </a:lnTo>
                <a:cubicBezTo>
                  <a:pt x="345" y="323"/>
                  <a:pt x="371" y="348"/>
                  <a:pt x="379" y="355"/>
                </a:cubicBezTo>
                <a:cubicBezTo>
                  <a:pt x="385" y="362"/>
                  <a:pt x="388" y="367"/>
                  <a:pt x="388" y="37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7299720" y="4321440"/>
            <a:ext cx="146880" cy="203760"/>
          </a:xfrm>
          <a:custGeom>
            <a:avLst/>
            <a:gdLst/>
            <a:ahLst/>
            <a:rect l="0" t="0" r="r" b="b"/>
            <a:pathLst>
              <a:path w="408" h="566">
                <a:moveTo>
                  <a:pt x="72" y="8"/>
                </a:moveTo>
                <a:cubicBezTo>
                  <a:pt x="72" y="8"/>
                  <a:pt x="91" y="7"/>
                  <a:pt x="129" y="4"/>
                </a:cubicBezTo>
                <a:cubicBezTo>
                  <a:pt x="167" y="2"/>
                  <a:pt x="187" y="0"/>
                  <a:pt x="188" y="0"/>
                </a:cubicBezTo>
                <a:cubicBezTo>
                  <a:pt x="194" y="0"/>
                  <a:pt x="198" y="2"/>
                  <a:pt x="198" y="7"/>
                </a:cubicBezTo>
                <a:cubicBezTo>
                  <a:pt x="198" y="13"/>
                  <a:pt x="188" y="53"/>
                  <a:pt x="169" y="128"/>
                </a:cubicBezTo>
                <a:cubicBezTo>
                  <a:pt x="148" y="208"/>
                  <a:pt x="138" y="248"/>
                  <a:pt x="138" y="250"/>
                </a:cubicBezTo>
                <a:cubicBezTo>
                  <a:pt x="138" y="251"/>
                  <a:pt x="140" y="250"/>
                  <a:pt x="144" y="246"/>
                </a:cubicBezTo>
                <a:cubicBezTo>
                  <a:pt x="176" y="217"/>
                  <a:pt x="211" y="203"/>
                  <a:pt x="249" y="203"/>
                </a:cubicBezTo>
                <a:cubicBezTo>
                  <a:pt x="278" y="203"/>
                  <a:pt x="301" y="210"/>
                  <a:pt x="319" y="224"/>
                </a:cubicBezTo>
                <a:cubicBezTo>
                  <a:pt x="336" y="239"/>
                  <a:pt x="346" y="260"/>
                  <a:pt x="346" y="288"/>
                </a:cubicBezTo>
                <a:cubicBezTo>
                  <a:pt x="346" y="315"/>
                  <a:pt x="336" y="357"/>
                  <a:pt x="316" y="414"/>
                </a:cubicBezTo>
                <a:cubicBezTo>
                  <a:pt x="295" y="471"/>
                  <a:pt x="285" y="506"/>
                  <a:pt x="285" y="517"/>
                </a:cubicBezTo>
                <a:cubicBezTo>
                  <a:pt x="286" y="524"/>
                  <a:pt x="287" y="529"/>
                  <a:pt x="289" y="532"/>
                </a:cubicBezTo>
                <a:cubicBezTo>
                  <a:pt x="291" y="535"/>
                  <a:pt x="295" y="536"/>
                  <a:pt x="301" y="536"/>
                </a:cubicBezTo>
                <a:cubicBezTo>
                  <a:pt x="316" y="536"/>
                  <a:pt x="330" y="528"/>
                  <a:pt x="343" y="512"/>
                </a:cubicBezTo>
                <a:cubicBezTo>
                  <a:pt x="356" y="496"/>
                  <a:pt x="366" y="474"/>
                  <a:pt x="374" y="446"/>
                </a:cubicBezTo>
                <a:cubicBezTo>
                  <a:pt x="376" y="440"/>
                  <a:pt x="377" y="437"/>
                  <a:pt x="379" y="436"/>
                </a:cubicBezTo>
                <a:cubicBezTo>
                  <a:pt x="381" y="435"/>
                  <a:pt x="385" y="434"/>
                  <a:pt x="392" y="434"/>
                </a:cubicBezTo>
                <a:cubicBezTo>
                  <a:pt x="402" y="434"/>
                  <a:pt x="408" y="436"/>
                  <a:pt x="408" y="441"/>
                </a:cubicBezTo>
                <a:cubicBezTo>
                  <a:pt x="408" y="441"/>
                  <a:pt x="407" y="445"/>
                  <a:pt x="405" y="453"/>
                </a:cubicBezTo>
                <a:cubicBezTo>
                  <a:pt x="396" y="484"/>
                  <a:pt x="382" y="510"/>
                  <a:pt x="364" y="530"/>
                </a:cubicBezTo>
                <a:cubicBezTo>
                  <a:pt x="346" y="553"/>
                  <a:pt x="324" y="565"/>
                  <a:pt x="299" y="565"/>
                </a:cubicBezTo>
                <a:lnTo>
                  <a:pt x="295" y="565"/>
                </a:lnTo>
                <a:cubicBezTo>
                  <a:pt x="270" y="565"/>
                  <a:pt x="251" y="558"/>
                  <a:pt x="240" y="543"/>
                </a:cubicBezTo>
                <a:cubicBezTo>
                  <a:pt x="229" y="529"/>
                  <a:pt x="222" y="514"/>
                  <a:pt x="222" y="498"/>
                </a:cubicBezTo>
                <a:cubicBezTo>
                  <a:pt x="222" y="489"/>
                  <a:pt x="233" y="457"/>
                  <a:pt x="252" y="403"/>
                </a:cubicBezTo>
                <a:cubicBezTo>
                  <a:pt x="272" y="348"/>
                  <a:pt x="281" y="308"/>
                  <a:pt x="282" y="280"/>
                </a:cubicBezTo>
                <a:cubicBezTo>
                  <a:pt x="282" y="249"/>
                  <a:pt x="270" y="233"/>
                  <a:pt x="247" y="233"/>
                </a:cubicBezTo>
                <a:lnTo>
                  <a:pt x="243" y="233"/>
                </a:lnTo>
                <a:cubicBezTo>
                  <a:pt x="197" y="233"/>
                  <a:pt x="159" y="259"/>
                  <a:pt x="126" y="312"/>
                </a:cubicBezTo>
                <a:lnTo>
                  <a:pt x="121" y="322"/>
                </a:lnTo>
                <a:lnTo>
                  <a:pt x="93" y="430"/>
                </a:lnTo>
                <a:cubicBezTo>
                  <a:pt x="76" y="500"/>
                  <a:pt x="66" y="538"/>
                  <a:pt x="64" y="544"/>
                </a:cubicBezTo>
                <a:cubicBezTo>
                  <a:pt x="57" y="558"/>
                  <a:pt x="45" y="566"/>
                  <a:pt x="28" y="566"/>
                </a:cubicBezTo>
                <a:cubicBezTo>
                  <a:pt x="21" y="566"/>
                  <a:pt x="15" y="563"/>
                  <a:pt x="9" y="558"/>
                </a:cubicBezTo>
                <a:cubicBezTo>
                  <a:pt x="4" y="554"/>
                  <a:pt x="1" y="549"/>
                  <a:pt x="0" y="544"/>
                </a:cubicBezTo>
                <a:cubicBezTo>
                  <a:pt x="0" y="537"/>
                  <a:pt x="20" y="455"/>
                  <a:pt x="59" y="300"/>
                </a:cubicBezTo>
                <a:lnTo>
                  <a:pt x="118" y="62"/>
                </a:lnTo>
                <a:cubicBezTo>
                  <a:pt x="118" y="55"/>
                  <a:pt x="116" y="51"/>
                  <a:pt x="113" y="49"/>
                </a:cubicBezTo>
                <a:cubicBezTo>
                  <a:pt x="109" y="48"/>
                  <a:pt x="98" y="46"/>
                  <a:pt x="81" y="45"/>
                </a:cubicBezTo>
                <a:lnTo>
                  <a:pt x="65" y="45"/>
                </a:lnTo>
                <a:cubicBezTo>
                  <a:pt x="61" y="42"/>
                  <a:pt x="60" y="40"/>
                  <a:pt x="60" y="39"/>
                </a:cubicBezTo>
                <a:cubicBezTo>
                  <a:pt x="60" y="38"/>
                  <a:pt x="60" y="33"/>
                  <a:pt x="61" y="24"/>
                </a:cubicBezTo>
                <a:cubicBezTo>
                  <a:pt x="64" y="13"/>
                  <a:pt x="67" y="8"/>
                  <a:pt x="72" y="8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468200" y="430524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4" y="0"/>
                </a:moveTo>
                <a:lnTo>
                  <a:pt x="7" y="0"/>
                </a:lnTo>
                <a:cubicBezTo>
                  <a:pt x="10" y="0"/>
                  <a:pt x="12" y="0"/>
                  <a:pt x="15" y="0"/>
                </a:cubicBezTo>
                <a:lnTo>
                  <a:pt x="25" y="0"/>
                </a:lnTo>
                <a:lnTo>
                  <a:pt x="47" y="19"/>
                </a:lnTo>
                <a:cubicBezTo>
                  <a:pt x="97" y="64"/>
                  <a:pt x="134" y="121"/>
                  <a:pt x="157" y="189"/>
                </a:cubicBezTo>
                <a:cubicBezTo>
                  <a:pt x="181" y="257"/>
                  <a:pt x="192" y="327"/>
                  <a:pt x="192" y="400"/>
                </a:cubicBezTo>
                <a:cubicBezTo>
                  <a:pt x="192" y="437"/>
                  <a:pt x="190" y="473"/>
                  <a:pt x="184" y="506"/>
                </a:cubicBezTo>
                <a:cubicBezTo>
                  <a:pt x="179" y="540"/>
                  <a:pt x="173" y="569"/>
                  <a:pt x="165" y="592"/>
                </a:cubicBezTo>
                <a:cubicBezTo>
                  <a:pt x="158" y="616"/>
                  <a:pt x="148" y="639"/>
                  <a:pt x="135" y="663"/>
                </a:cubicBezTo>
                <a:cubicBezTo>
                  <a:pt x="122" y="686"/>
                  <a:pt x="112" y="704"/>
                  <a:pt x="105" y="716"/>
                </a:cubicBezTo>
                <a:cubicBezTo>
                  <a:pt x="97" y="729"/>
                  <a:pt x="86" y="742"/>
                  <a:pt x="72" y="757"/>
                </a:cubicBezTo>
                <a:cubicBezTo>
                  <a:pt x="57" y="772"/>
                  <a:pt x="49" y="781"/>
                  <a:pt x="46" y="784"/>
                </a:cubicBezTo>
                <a:cubicBezTo>
                  <a:pt x="44" y="787"/>
                  <a:pt x="37" y="792"/>
                  <a:pt x="28" y="799"/>
                </a:cubicBezTo>
                <a:cubicBezTo>
                  <a:pt x="26" y="801"/>
                  <a:pt x="25" y="802"/>
                  <a:pt x="25" y="802"/>
                </a:cubicBezTo>
                <a:lnTo>
                  <a:pt x="15" y="802"/>
                </a:lnTo>
                <a:cubicBezTo>
                  <a:pt x="11" y="802"/>
                  <a:pt x="8" y="802"/>
                  <a:pt x="6" y="802"/>
                </a:cubicBezTo>
                <a:cubicBezTo>
                  <a:pt x="5" y="802"/>
                  <a:pt x="3" y="801"/>
                  <a:pt x="2" y="800"/>
                </a:cubicBezTo>
                <a:cubicBezTo>
                  <a:pt x="1" y="798"/>
                  <a:pt x="0" y="796"/>
                  <a:pt x="0" y="793"/>
                </a:cubicBezTo>
                <a:cubicBezTo>
                  <a:pt x="0" y="792"/>
                  <a:pt x="3" y="789"/>
                  <a:pt x="9" y="782"/>
                </a:cubicBezTo>
                <a:cubicBezTo>
                  <a:pt x="91" y="696"/>
                  <a:pt x="133" y="569"/>
                  <a:pt x="133" y="400"/>
                </a:cubicBezTo>
                <a:cubicBezTo>
                  <a:pt x="133" y="233"/>
                  <a:pt x="91" y="106"/>
                  <a:pt x="9" y="20"/>
                </a:cubicBezTo>
                <a:cubicBezTo>
                  <a:pt x="3" y="13"/>
                  <a:pt x="0" y="10"/>
                  <a:pt x="0" y="9"/>
                </a:cubicBezTo>
                <a:cubicBezTo>
                  <a:pt x="0" y="5"/>
                  <a:pt x="1" y="2"/>
                  <a:pt x="4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7652880" y="4443480"/>
            <a:ext cx="176400" cy="12240"/>
          </a:xfrm>
          <a:custGeom>
            <a:avLst/>
            <a:gdLst/>
            <a:ahLst/>
            <a:rect l="0" t="0" r="r" b="b"/>
            <a:pathLst>
              <a:path w="490" h="34">
                <a:moveTo>
                  <a:pt x="0" y="28"/>
                </a:moveTo>
                <a:cubicBezTo>
                  <a:pt x="0" y="28"/>
                  <a:pt x="0" y="23"/>
                  <a:pt x="0" y="16"/>
                </a:cubicBezTo>
                <a:cubicBezTo>
                  <a:pt x="0" y="10"/>
                  <a:pt x="4" y="4"/>
                  <a:pt x="11" y="0"/>
                </a:cubicBezTo>
                <a:lnTo>
                  <a:pt x="478" y="0"/>
                </a:lnTo>
                <a:cubicBezTo>
                  <a:pt x="486" y="5"/>
                  <a:pt x="490" y="10"/>
                  <a:pt x="490" y="16"/>
                </a:cubicBezTo>
                <a:cubicBezTo>
                  <a:pt x="490" y="23"/>
                  <a:pt x="486" y="29"/>
                  <a:pt x="478" y="34"/>
                </a:cubicBezTo>
                <a:lnTo>
                  <a:pt x="11" y="34"/>
                </a:lnTo>
                <a:cubicBezTo>
                  <a:pt x="4" y="30"/>
                  <a:pt x="0" y="23"/>
                  <a:pt x="0" y="16"/>
                </a:cubicBezTo>
                <a:lnTo>
                  <a:pt x="0" y="2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7944480" y="4305240"/>
            <a:ext cx="69120" cy="288720"/>
          </a:xfrm>
          <a:custGeom>
            <a:avLst/>
            <a:gdLst/>
            <a:ahLst/>
            <a:rect l="0" t="0" r="r" b="b"/>
            <a:pathLst>
              <a:path w="192" h="802">
                <a:moveTo>
                  <a:pt x="0" y="400"/>
                </a:moveTo>
                <a:cubicBezTo>
                  <a:pt x="0" y="364"/>
                  <a:pt x="2" y="329"/>
                  <a:pt x="8" y="295"/>
                </a:cubicBezTo>
                <a:cubicBezTo>
                  <a:pt x="13" y="262"/>
                  <a:pt x="19" y="234"/>
                  <a:pt x="26" y="210"/>
                </a:cubicBezTo>
                <a:cubicBezTo>
                  <a:pt x="33" y="186"/>
                  <a:pt x="43" y="162"/>
                  <a:pt x="56" y="139"/>
                </a:cubicBezTo>
                <a:cubicBezTo>
                  <a:pt x="69" y="116"/>
                  <a:pt x="79" y="98"/>
                  <a:pt x="86" y="85"/>
                </a:cubicBezTo>
                <a:cubicBezTo>
                  <a:pt x="94" y="73"/>
                  <a:pt x="105" y="59"/>
                  <a:pt x="120" y="44"/>
                </a:cubicBezTo>
                <a:cubicBezTo>
                  <a:pt x="135" y="29"/>
                  <a:pt x="144" y="20"/>
                  <a:pt x="146" y="16"/>
                </a:cubicBezTo>
                <a:cubicBezTo>
                  <a:pt x="149" y="13"/>
                  <a:pt x="156" y="8"/>
                  <a:pt x="167" y="0"/>
                </a:cubicBezTo>
                <a:lnTo>
                  <a:pt x="177" y="0"/>
                </a:lnTo>
                <a:lnTo>
                  <a:pt x="180" y="0"/>
                </a:lnTo>
                <a:cubicBezTo>
                  <a:pt x="189" y="0"/>
                  <a:pt x="192" y="2"/>
                  <a:pt x="192" y="7"/>
                </a:cubicBezTo>
                <a:cubicBezTo>
                  <a:pt x="192" y="8"/>
                  <a:pt x="188" y="14"/>
                  <a:pt x="178" y="24"/>
                </a:cubicBezTo>
                <a:cubicBezTo>
                  <a:pt x="169" y="33"/>
                  <a:pt x="158" y="47"/>
                  <a:pt x="145" y="66"/>
                </a:cubicBezTo>
                <a:cubicBezTo>
                  <a:pt x="132" y="85"/>
                  <a:pt x="119" y="108"/>
                  <a:pt x="106" y="135"/>
                </a:cubicBezTo>
                <a:cubicBezTo>
                  <a:pt x="92" y="162"/>
                  <a:pt x="81" y="199"/>
                  <a:pt x="72" y="246"/>
                </a:cubicBezTo>
                <a:cubicBezTo>
                  <a:pt x="63" y="292"/>
                  <a:pt x="58" y="344"/>
                  <a:pt x="58" y="400"/>
                </a:cubicBezTo>
                <a:cubicBezTo>
                  <a:pt x="58" y="458"/>
                  <a:pt x="63" y="509"/>
                  <a:pt x="72" y="555"/>
                </a:cubicBezTo>
                <a:cubicBezTo>
                  <a:pt x="81" y="601"/>
                  <a:pt x="92" y="638"/>
                  <a:pt x="105" y="667"/>
                </a:cubicBezTo>
                <a:cubicBezTo>
                  <a:pt x="118" y="695"/>
                  <a:pt x="131" y="718"/>
                  <a:pt x="144" y="736"/>
                </a:cubicBezTo>
                <a:cubicBezTo>
                  <a:pt x="157" y="753"/>
                  <a:pt x="169" y="768"/>
                  <a:pt x="178" y="778"/>
                </a:cubicBezTo>
                <a:cubicBezTo>
                  <a:pt x="188" y="789"/>
                  <a:pt x="192" y="795"/>
                  <a:pt x="192" y="795"/>
                </a:cubicBezTo>
                <a:cubicBezTo>
                  <a:pt x="192" y="800"/>
                  <a:pt x="188" y="802"/>
                  <a:pt x="179" y="802"/>
                </a:cubicBezTo>
                <a:lnTo>
                  <a:pt x="177" y="802"/>
                </a:lnTo>
                <a:lnTo>
                  <a:pt x="167" y="802"/>
                </a:lnTo>
                <a:lnTo>
                  <a:pt x="144" y="783"/>
                </a:lnTo>
                <a:cubicBezTo>
                  <a:pt x="94" y="738"/>
                  <a:pt x="57" y="681"/>
                  <a:pt x="34" y="613"/>
                </a:cubicBezTo>
                <a:cubicBezTo>
                  <a:pt x="11" y="545"/>
                  <a:pt x="0" y="475"/>
                  <a:pt x="0" y="40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8043840" y="432936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2" y="409"/>
                </a:moveTo>
                <a:cubicBezTo>
                  <a:pt x="92" y="422"/>
                  <a:pt x="87" y="433"/>
                  <a:pt x="79" y="441"/>
                </a:cubicBezTo>
                <a:cubicBezTo>
                  <a:pt x="70" y="450"/>
                  <a:pt x="60" y="454"/>
                  <a:pt x="48" y="454"/>
                </a:cubicBezTo>
                <a:lnTo>
                  <a:pt x="42" y="454"/>
                </a:lnTo>
                <a:cubicBezTo>
                  <a:pt x="67" y="496"/>
                  <a:pt x="99" y="517"/>
                  <a:pt x="140" y="517"/>
                </a:cubicBezTo>
                <a:cubicBezTo>
                  <a:pt x="178" y="517"/>
                  <a:pt x="205" y="501"/>
                  <a:pt x="223" y="469"/>
                </a:cubicBezTo>
                <a:cubicBezTo>
                  <a:pt x="233" y="452"/>
                  <a:pt x="238" y="417"/>
                  <a:pt x="238" y="366"/>
                </a:cubicBezTo>
                <a:cubicBezTo>
                  <a:pt x="238" y="310"/>
                  <a:pt x="231" y="273"/>
                  <a:pt x="216" y="254"/>
                </a:cubicBezTo>
                <a:cubicBezTo>
                  <a:pt x="202" y="236"/>
                  <a:pt x="187" y="228"/>
                  <a:pt x="170" y="228"/>
                </a:cubicBezTo>
                <a:lnTo>
                  <a:pt x="165" y="228"/>
                </a:lnTo>
                <a:cubicBezTo>
                  <a:pt x="122" y="228"/>
                  <a:pt x="91" y="246"/>
                  <a:pt x="69" y="282"/>
                </a:cubicBezTo>
                <a:cubicBezTo>
                  <a:pt x="67" y="286"/>
                  <a:pt x="65" y="288"/>
                  <a:pt x="64" y="289"/>
                </a:cubicBezTo>
                <a:cubicBezTo>
                  <a:pt x="62" y="289"/>
                  <a:pt x="58" y="290"/>
                  <a:pt x="52" y="290"/>
                </a:cubicBezTo>
                <a:cubicBezTo>
                  <a:pt x="43" y="290"/>
                  <a:pt x="37" y="289"/>
                  <a:pt x="36" y="285"/>
                </a:cubicBezTo>
                <a:cubicBezTo>
                  <a:pt x="35" y="283"/>
                  <a:pt x="35" y="236"/>
                  <a:pt x="35" y="145"/>
                </a:cubicBezTo>
                <a:lnTo>
                  <a:pt x="35" y="42"/>
                </a:lnTo>
                <a:cubicBezTo>
                  <a:pt x="35" y="15"/>
                  <a:pt x="36" y="2"/>
                  <a:pt x="39" y="2"/>
                </a:cubicBezTo>
                <a:cubicBezTo>
                  <a:pt x="40" y="1"/>
                  <a:pt x="41" y="0"/>
                  <a:pt x="42" y="0"/>
                </a:cubicBezTo>
                <a:cubicBezTo>
                  <a:pt x="43" y="0"/>
                  <a:pt x="48" y="2"/>
                  <a:pt x="59" y="6"/>
                </a:cubicBezTo>
                <a:cubicBezTo>
                  <a:pt x="70" y="11"/>
                  <a:pt x="84" y="15"/>
                  <a:pt x="103" y="19"/>
                </a:cubicBezTo>
                <a:cubicBezTo>
                  <a:pt x="122" y="24"/>
                  <a:pt x="142" y="26"/>
                  <a:pt x="164" y="26"/>
                </a:cubicBezTo>
                <a:cubicBezTo>
                  <a:pt x="202" y="26"/>
                  <a:pt x="238" y="18"/>
                  <a:pt x="273" y="3"/>
                </a:cubicBezTo>
                <a:cubicBezTo>
                  <a:pt x="277" y="1"/>
                  <a:pt x="281" y="0"/>
                  <a:pt x="283" y="0"/>
                </a:cubicBezTo>
                <a:cubicBezTo>
                  <a:pt x="288" y="0"/>
                  <a:pt x="290" y="5"/>
                  <a:pt x="290" y="14"/>
                </a:cubicBezTo>
                <a:lnTo>
                  <a:pt x="290" y="25"/>
                </a:lnTo>
                <a:cubicBezTo>
                  <a:pt x="246" y="77"/>
                  <a:pt x="191" y="103"/>
                  <a:pt x="125" y="103"/>
                </a:cubicBezTo>
                <a:cubicBezTo>
                  <a:pt x="108" y="103"/>
                  <a:pt x="93" y="101"/>
                  <a:pt x="80" y="98"/>
                </a:cubicBezTo>
                <a:lnTo>
                  <a:pt x="72" y="96"/>
                </a:lnTo>
                <a:lnTo>
                  <a:pt x="72" y="234"/>
                </a:lnTo>
                <a:cubicBezTo>
                  <a:pt x="82" y="227"/>
                  <a:pt x="90" y="221"/>
                  <a:pt x="96" y="216"/>
                </a:cubicBezTo>
                <a:cubicBezTo>
                  <a:pt x="102" y="212"/>
                  <a:pt x="111" y="208"/>
                  <a:pt x="125" y="204"/>
                </a:cubicBezTo>
                <a:cubicBezTo>
                  <a:pt x="138" y="199"/>
                  <a:pt x="153" y="197"/>
                  <a:pt x="166" y="197"/>
                </a:cubicBezTo>
                <a:cubicBezTo>
                  <a:pt x="210" y="197"/>
                  <a:pt x="246" y="215"/>
                  <a:pt x="276" y="249"/>
                </a:cubicBezTo>
                <a:cubicBezTo>
                  <a:pt x="306" y="284"/>
                  <a:pt x="321" y="325"/>
                  <a:pt x="321" y="374"/>
                </a:cubicBezTo>
                <a:cubicBezTo>
                  <a:pt x="321" y="423"/>
                  <a:pt x="304" y="465"/>
                  <a:pt x="270" y="500"/>
                </a:cubicBezTo>
                <a:cubicBezTo>
                  <a:pt x="236" y="534"/>
                  <a:pt x="194" y="552"/>
                  <a:pt x="144" y="553"/>
                </a:cubicBezTo>
                <a:cubicBezTo>
                  <a:pt x="101" y="553"/>
                  <a:pt x="66" y="538"/>
                  <a:pt x="40" y="509"/>
                </a:cubicBezTo>
                <a:cubicBezTo>
                  <a:pt x="13" y="480"/>
                  <a:pt x="0" y="448"/>
                  <a:pt x="0" y="411"/>
                </a:cubicBezTo>
                <a:cubicBezTo>
                  <a:pt x="0" y="399"/>
                  <a:pt x="3" y="388"/>
                  <a:pt x="9" y="381"/>
                </a:cubicBezTo>
                <a:cubicBezTo>
                  <a:pt x="15" y="373"/>
                  <a:pt x="21" y="368"/>
                  <a:pt x="28" y="366"/>
                </a:cubicBezTo>
                <a:cubicBezTo>
                  <a:pt x="34" y="363"/>
                  <a:pt x="40" y="362"/>
                  <a:pt x="46" y="362"/>
                </a:cubicBezTo>
                <a:cubicBezTo>
                  <a:pt x="59" y="362"/>
                  <a:pt x="70" y="367"/>
                  <a:pt x="79" y="377"/>
                </a:cubicBezTo>
                <a:cubicBezTo>
                  <a:pt x="87" y="386"/>
                  <a:pt x="92" y="397"/>
                  <a:pt x="92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8280360" y="4379760"/>
            <a:ext cx="139680" cy="139680"/>
          </a:xfrm>
          <a:custGeom>
            <a:avLst/>
            <a:gdLst/>
            <a:ahLst/>
            <a:rect l="0" t="0" r="r" b="b"/>
            <a:pathLst>
              <a:path w="388" h="388">
                <a:moveTo>
                  <a:pt x="388" y="371"/>
                </a:moveTo>
                <a:cubicBezTo>
                  <a:pt x="388" y="382"/>
                  <a:pt x="383" y="388"/>
                  <a:pt x="371" y="388"/>
                </a:cubicBezTo>
                <a:cubicBezTo>
                  <a:pt x="369" y="388"/>
                  <a:pt x="363" y="383"/>
                  <a:pt x="354" y="374"/>
                </a:cubicBezTo>
                <a:cubicBezTo>
                  <a:pt x="345" y="365"/>
                  <a:pt x="319" y="340"/>
                  <a:pt x="278" y="299"/>
                </a:cubicBezTo>
                <a:lnTo>
                  <a:pt x="195" y="216"/>
                </a:lnTo>
                <a:lnTo>
                  <a:pt x="111" y="300"/>
                </a:lnTo>
                <a:cubicBezTo>
                  <a:pt x="54" y="356"/>
                  <a:pt x="24" y="385"/>
                  <a:pt x="22" y="386"/>
                </a:cubicBezTo>
                <a:cubicBezTo>
                  <a:pt x="20" y="387"/>
                  <a:pt x="18" y="388"/>
                  <a:pt x="17" y="388"/>
                </a:cubicBezTo>
                <a:cubicBezTo>
                  <a:pt x="13" y="388"/>
                  <a:pt x="9" y="386"/>
                  <a:pt x="6" y="383"/>
                </a:cubicBezTo>
                <a:cubicBezTo>
                  <a:pt x="2" y="380"/>
                  <a:pt x="1" y="375"/>
                  <a:pt x="0" y="371"/>
                </a:cubicBezTo>
                <a:cubicBezTo>
                  <a:pt x="0" y="367"/>
                  <a:pt x="4" y="361"/>
                  <a:pt x="11" y="353"/>
                </a:cubicBezTo>
                <a:cubicBezTo>
                  <a:pt x="19" y="345"/>
                  <a:pt x="45" y="320"/>
                  <a:pt x="88" y="277"/>
                </a:cubicBezTo>
                <a:lnTo>
                  <a:pt x="171" y="193"/>
                </a:lnTo>
                <a:lnTo>
                  <a:pt x="88" y="110"/>
                </a:lnTo>
                <a:cubicBezTo>
                  <a:pt x="44" y="67"/>
                  <a:pt x="18" y="41"/>
                  <a:pt x="11" y="34"/>
                </a:cubicBezTo>
                <a:cubicBezTo>
                  <a:pt x="4" y="26"/>
                  <a:pt x="1" y="21"/>
                  <a:pt x="0" y="16"/>
                </a:cubicBezTo>
                <a:cubicBezTo>
                  <a:pt x="0" y="12"/>
                  <a:pt x="2" y="8"/>
                  <a:pt x="5" y="5"/>
                </a:cubicBezTo>
                <a:cubicBezTo>
                  <a:pt x="8" y="2"/>
                  <a:pt x="12" y="1"/>
                  <a:pt x="17" y="1"/>
                </a:cubicBezTo>
                <a:cubicBezTo>
                  <a:pt x="19" y="1"/>
                  <a:pt x="21" y="1"/>
                  <a:pt x="22" y="2"/>
                </a:cubicBezTo>
                <a:cubicBezTo>
                  <a:pt x="24" y="3"/>
                  <a:pt x="54" y="31"/>
                  <a:pt x="111" y="87"/>
                </a:cubicBezTo>
                <a:lnTo>
                  <a:pt x="195" y="171"/>
                </a:lnTo>
                <a:lnTo>
                  <a:pt x="278" y="88"/>
                </a:lnTo>
                <a:cubicBezTo>
                  <a:pt x="319" y="47"/>
                  <a:pt x="345" y="22"/>
                  <a:pt x="354" y="13"/>
                </a:cubicBezTo>
                <a:cubicBezTo>
                  <a:pt x="363" y="5"/>
                  <a:pt x="369" y="0"/>
                  <a:pt x="371" y="0"/>
                </a:cubicBezTo>
                <a:cubicBezTo>
                  <a:pt x="383" y="0"/>
                  <a:pt x="388" y="6"/>
                  <a:pt x="388" y="16"/>
                </a:cubicBezTo>
                <a:cubicBezTo>
                  <a:pt x="388" y="20"/>
                  <a:pt x="385" y="25"/>
                  <a:pt x="380" y="31"/>
                </a:cubicBezTo>
                <a:cubicBezTo>
                  <a:pt x="375" y="37"/>
                  <a:pt x="349" y="63"/>
                  <a:pt x="302" y="109"/>
                </a:cubicBezTo>
                <a:lnTo>
                  <a:pt x="218" y="193"/>
                </a:lnTo>
                <a:lnTo>
                  <a:pt x="302" y="278"/>
                </a:lnTo>
                <a:cubicBezTo>
                  <a:pt x="346" y="323"/>
                  <a:pt x="372" y="348"/>
                  <a:pt x="379" y="355"/>
                </a:cubicBezTo>
                <a:cubicBezTo>
                  <a:pt x="385" y="362"/>
                  <a:pt x="388" y="367"/>
                  <a:pt x="388" y="37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8535960" y="4394160"/>
            <a:ext cx="137160" cy="130680"/>
          </a:xfrm>
          <a:custGeom>
            <a:avLst/>
            <a:gdLst/>
            <a:ahLst/>
            <a:rect l="0" t="0" r="r" b="b"/>
            <a:pathLst>
              <a:path w="381" h="363">
                <a:moveTo>
                  <a:pt x="0" y="228"/>
                </a:moveTo>
                <a:cubicBezTo>
                  <a:pt x="0" y="174"/>
                  <a:pt x="21" y="123"/>
                  <a:pt x="61" y="74"/>
                </a:cubicBezTo>
                <a:cubicBezTo>
                  <a:pt x="102" y="25"/>
                  <a:pt x="148" y="1"/>
                  <a:pt x="198" y="0"/>
                </a:cubicBezTo>
                <a:cubicBezTo>
                  <a:pt x="226" y="0"/>
                  <a:pt x="250" y="13"/>
                  <a:pt x="271" y="40"/>
                </a:cubicBezTo>
                <a:cubicBezTo>
                  <a:pt x="279" y="24"/>
                  <a:pt x="291" y="16"/>
                  <a:pt x="307" y="16"/>
                </a:cubicBezTo>
                <a:cubicBezTo>
                  <a:pt x="314" y="16"/>
                  <a:pt x="320" y="18"/>
                  <a:pt x="326" y="22"/>
                </a:cubicBezTo>
                <a:cubicBezTo>
                  <a:pt x="331" y="26"/>
                  <a:pt x="334" y="32"/>
                  <a:pt x="334" y="38"/>
                </a:cubicBezTo>
                <a:cubicBezTo>
                  <a:pt x="334" y="45"/>
                  <a:pt x="324" y="88"/>
                  <a:pt x="304" y="166"/>
                </a:cubicBezTo>
                <a:cubicBezTo>
                  <a:pt x="284" y="245"/>
                  <a:pt x="274" y="290"/>
                  <a:pt x="274" y="300"/>
                </a:cubicBezTo>
                <a:cubicBezTo>
                  <a:pt x="274" y="314"/>
                  <a:pt x="276" y="323"/>
                  <a:pt x="279" y="327"/>
                </a:cubicBezTo>
                <a:cubicBezTo>
                  <a:pt x="283" y="331"/>
                  <a:pt x="289" y="333"/>
                  <a:pt x="296" y="334"/>
                </a:cubicBezTo>
                <a:cubicBezTo>
                  <a:pt x="301" y="333"/>
                  <a:pt x="306" y="331"/>
                  <a:pt x="312" y="327"/>
                </a:cubicBezTo>
                <a:cubicBezTo>
                  <a:pt x="323" y="316"/>
                  <a:pt x="334" y="290"/>
                  <a:pt x="345" y="250"/>
                </a:cubicBezTo>
                <a:cubicBezTo>
                  <a:pt x="348" y="238"/>
                  <a:pt x="351" y="233"/>
                  <a:pt x="353" y="232"/>
                </a:cubicBezTo>
                <a:cubicBezTo>
                  <a:pt x="354" y="231"/>
                  <a:pt x="358" y="231"/>
                  <a:pt x="362" y="231"/>
                </a:cubicBezTo>
                <a:lnTo>
                  <a:pt x="365" y="231"/>
                </a:lnTo>
                <a:cubicBezTo>
                  <a:pt x="375" y="231"/>
                  <a:pt x="381" y="234"/>
                  <a:pt x="381" y="238"/>
                </a:cubicBezTo>
                <a:cubicBezTo>
                  <a:pt x="381" y="242"/>
                  <a:pt x="379" y="250"/>
                  <a:pt x="377" y="261"/>
                </a:cubicBezTo>
                <a:cubicBezTo>
                  <a:pt x="374" y="272"/>
                  <a:pt x="369" y="287"/>
                  <a:pt x="360" y="304"/>
                </a:cubicBezTo>
                <a:cubicBezTo>
                  <a:pt x="351" y="322"/>
                  <a:pt x="343" y="335"/>
                  <a:pt x="334" y="344"/>
                </a:cubicBezTo>
                <a:cubicBezTo>
                  <a:pt x="327" y="351"/>
                  <a:pt x="318" y="357"/>
                  <a:pt x="308" y="361"/>
                </a:cubicBezTo>
                <a:cubicBezTo>
                  <a:pt x="304" y="362"/>
                  <a:pt x="298" y="363"/>
                  <a:pt x="289" y="363"/>
                </a:cubicBezTo>
                <a:cubicBezTo>
                  <a:pt x="271" y="363"/>
                  <a:pt x="256" y="359"/>
                  <a:pt x="243" y="351"/>
                </a:cubicBezTo>
                <a:cubicBezTo>
                  <a:pt x="231" y="343"/>
                  <a:pt x="223" y="335"/>
                  <a:pt x="219" y="326"/>
                </a:cubicBezTo>
                <a:lnTo>
                  <a:pt x="214" y="314"/>
                </a:lnTo>
                <a:cubicBezTo>
                  <a:pt x="214" y="313"/>
                  <a:pt x="213" y="314"/>
                  <a:pt x="211" y="315"/>
                </a:cubicBezTo>
                <a:cubicBezTo>
                  <a:pt x="210" y="316"/>
                  <a:pt x="209" y="317"/>
                  <a:pt x="208" y="318"/>
                </a:cubicBezTo>
                <a:cubicBezTo>
                  <a:pt x="176" y="348"/>
                  <a:pt x="144" y="363"/>
                  <a:pt x="112" y="363"/>
                </a:cubicBezTo>
                <a:cubicBezTo>
                  <a:pt x="82" y="363"/>
                  <a:pt x="56" y="352"/>
                  <a:pt x="34" y="331"/>
                </a:cubicBezTo>
                <a:cubicBezTo>
                  <a:pt x="12" y="309"/>
                  <a:pt x="0" y="276"/>
                  <a:pt x="0" y="228"/>
                </a:cubicBezTo>
                <a:moveTo>
                  <a:pt x="255" y="91"/>
                </a:moveTo>
                <a:cubicBezTo>
                  <a:pt x="255" y="88"/>
                  <a:pt x="254" y="82"/>
                  <a:pt x="251" y="73"/>
                </a:cubicBezTo>
                <a:cubicBezTo>
                  <a:pt x="249" y="65"/>
                  <a:pt x="242" y="55"/>
                  <a:pt x="233" y="45"/>
                </a:cubicBezTo>
                <a:cubicBezTo>
                  <a:pt x="223" y="35"/>
                  <a:pt x="211" y="30"/>
                  <a:pt x="196" y="29"/>
                </a:cubicBezTo>
                <a:cubicBezTo>
                  <a:pt x="177" y="29"/>
                  <a:pt x="159" y="38"/>
                  <a:pt x="142" y="54"/>
                </a:cubicBezTo>
                <a:cubicBezTo>
                  <a:pt x="125" y="71"/>
                  <a:pt x="112" y="92"/>
                  <a:pt x="102" y="119"/>
                </a:cubicBezTo>
                <a:cubicBezTo>
                  <a:pt x="87" y="161"/>
                  <a:pt x="76" y="205"/>
                  <a:pt x="69" y="251"/>
                </a:cubicBezTo>
                <a:cubicBezTo>
                  <a:pt x="69" y="253"/>
                  <a:pt x="69" y="256"/>
                  <a:pt x="69" y="260"/>
                </a:cubicBezTo>
                <a:cubicBezTo>
                  <a:pt x="69" y="265"/>
                  <a:pt x="69" y="268"/>
                  <a:pt x="69" y="270"/>
                </a:cubicBezTo>
                <a:cubicBezTo>
                  <a:pt x="69" y="294"/>
                  <a:pt x="73" y="311"/>
                  <a:pt x="83" y="320"/>
                </a:cubicBezTo>
                <a:cubicBezTo>
                  <a:pt x="93" y="329"/>
                  <a:pt x="104" y="333"/>
                  <a:pt x="117" y="334"/>
                </a:cubicBezTo>
                <a:cubicBezTo>
                  <a:pt x="138" y="334"/>
                  <a:pt x="158" y="325"/>
                  <a:pt x="178" y="308"/>
                </a:cubicBezTo>
                <a:cubicBezTo>
                  <a:pt x="197" y="290"/>
                  <a:pt x="209" y="276"/>
                  <a:pt x="213" y="267"/>
                </a:cubicBezTo>
                <a:cubicBezTo>
                  <a:pt x="214" y="265"/>
                  <a:pt x="221" y="235"/>
                  <a:pt x="234" y="180"/>
                </a:cubicBezTo>
                <a:cubicBezTo>
                  <a:pt x="248" y="125"/>
                  <a:pt x="255" y="95"/>
                  <a:pt x="255" y="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8695080" y="4305240"/>
            <a:ext cx="69480" cy="288720"/>
          </a:xfrm>
          <a:custGeom>
            <a:avLst/>
            <a:gdLst/>
            <a:ahLst/>
            <a:rect l="0" t="0" r="r" b="b"/>
            <a:pathLst>
              <a:path w="193" h="802">
                <a:moveTo>
                  <a:pt x="4" y="0"/>
                </a:moveTo>
                <a:lnTo>
                  <a:pt x="7" y="0"/>
                </a:lnTo>
                <a:cubicBezTo>
                  <a:pt x="11" y="0"/>
                  <a:pt x="14" y="0"/>
                  <a:pt x="16" y="0"/>
                </a:cubicBezTo>
                <a:lnTo>
                  <a:pt x="26" y="0"/>
                </a:lnTo>
                <a:lnTo>
                  <a:pt x="48" y="19"/>
                </a:lnTo>
                <a:cubicBezTo>
                  <a:pt x="99" y="64"/>
                  <a:pt x="135" y="121"/>
                  <a:pt x="158" y="189"/>
                </a:cubicBezTo>
                <a:cubicBezTo>
                  <a:pt x="181" y="257"/>
                  <a:pt x="193" y="327"/>
                  <a:pt x="193" y="400"/>
                </a:cubicBezTo>
                <a:cubicBezTo>
                  <a:pt x="193" y="437"/>
                  <a:pt x="190" y="473"/>
                  <a:pt x="185" y="506"/>
                </a:cubicBezTo>
                <a:cubicBezTo>
                  <a:pt x="179" y="540"/>
                  <a:pt x="173" y="569"/>
                  <a:pt x="166" y="592"/>
                </a:cubicBezTo>
                <a:cubicBezTo>
                  <a:pt x="159" y="616"/>
                  <a:pt x="149" y="639"/>
                  <a:pt x="137" y="663"/>
                </a:cubicBezTo>
                <a:cubicBezTo>
                  <a:pt x="124" y="686"/>
                  <a:pt x="114" y="704"/>
                  <a:pt x="106" y="716"/>
                </a:cubicBezTo>
                <a:cubicBezTo>
                  <a:pt x="99" y="729"/>
                  <a:pt x="88" y="742"/>
                  <a:pt x="73" y="757"/>
                </a:cubicBezTo>
                <a:cubicBezTo>
                  <a:pt x="59" y="772"/>
                  <a:pt x="50" y="781"/>
                  <a:pt x="48" y="784"/>
                </a:cubicBezTo>
                <a:cubicBezTo>
                  <a:pt x="45" y="787"/>
                  <a:pt x="39" y="792"/>
                  <a:pt x="29" y="799"/>
                </a:cubicBezTo>
                <a:cubicBezTo>
                  <a:pt x="28" y="801"/>
                  <a:pt x="26" y="802"/>
                  <a:pt x="26" y="802"/>
                </a:cubicBezTo>
                <a:lnTo>
                  <a:pt x="16" y="802"/>
                </a:lnTo>
                <a:cubicBezTo>
                  <a:pt x="12" y="802"/>
                  <a:pt x="8" y="802"/>
                  <a:pt x="6" y="802"/>
                </a:cubicBezTo>
                <a:cubicBezTo>
                  <a:pt x="5" y="802"/>
                  <a:pt x="4" y="801"/>
                  <a:pt x="2" y="800"/>
                </a:cubicBezTo>
                <a:cubicBezTo>
                  <a:pt x="1" y="798"/>
                  <a:pt x="1" y="796"/>
                  <a:pt x="0" y="793"/>
                </a:cubicBezTo>
                <a:cubicBezTo>
                  <a:pt x="1" y="792"/>
                  <a:pt x="4" y="789"/>
                  <a:pt x="10" y="782"/>
                </a:cubicBezTo>
                <a:cubicBezTo>
                  <a:pt x="93" y="696"/>
                  <a:pt x="134" y="569"/>
                  <a:pt x="134" y="400"/>
                </a:cubicBezTo>
                <a:cubicBezTo>
                  <a:pt x="134" y="233"/>
                  <a:pt x="93" y="106"/>
                  <a:pt x="10" y="20"/>
                </a:cubicBezTo>
                <a:cubicBezTo>
                  <a:pt x="4" y="13"/>
                  <a:pt x="1" y="10"/>
                  <a:pt x="0" y="9"/>
                </a:cubicBezTo>
                <a:cubicBezTo>
                  <a:pt x="0" y="5"/>
                  <a:pt x="1" y="2"/>
                  <a:pt x="4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8879760" y="4443480"/>
            <a:ext cx="176400" cy="12240"/>
          </a:xfrm>
          <a:custGeom>
            <a:avLst/>
            <a:gdLst/>
            <a:ahLst/>
            <a:rect l="0" t="0" r="r" b="b"/>
            <a:pathLst>
              <a:path w="490" h="34">
                <a:moveTo>
                  <a:pt x="0" y="28"/>
                </a:moveTo>
                <a:cubicBezTo>
                  <a:pt x="0" y="28"/>
                  <a:pt x="0" y="23"/>
                  <a:pt x="0" y="16"/>
                </a:cubicBezTo>
                <a:cubicBezTo>
                  <a:pt x="0" y="10"/>
                  <a:pt x="4" y="4"/>
                  <a:pt x="12" y="0"/>
                </a:cubicBezTo>
                <a:lnTo>
                  <a:pt x="478" y="0"/>
                </a:lnTo>
                <a:cubicBezTo>
                  <a:pt x="486" y="5"/>
                  <a:pt x="490" y="10"/>
                  <a:pt x="490" y="16"/>
                </a:cubicBezTo>
                <a:cubicBezTo>
                  <a:pt x="490" y="23"/>
                  <a:pt x="486" y="29"/>
                  <a:pt x="478" y="34"/>
                </a:cubicBezTo>
                <a:lnTo>
                  <a:pt x="12" y="34"/>
                </a:lnTo>
                <a:cubicBezTo>
                  <a:pt x="4" y="30"/>
                  <a:pt x="0" y="23"/>
                  <a:pt x="0" y="16"/>
                </a:cubicBezTo>
                <a:lnTo>
                  <a:pt x="0" y="2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9168120" y="4329360"/>
            <a:ext cx="99720" cy="192600"/>
          </a:xfrm>
          <a:custGeom>
            <a:avLst/>
            <a:gdLst/>
            <a:ahLst/>
            <a:rect l="0" t="0" r="r" b="b"/>
            <a:pathLst>
              <a:path w="277" h="535">
                <a:moveTo>
                  <a:pt x="104" y="71"/>
                </a:moveTo>
                <a:lnTo>
                  <a:pt x="94" y="75"/>
                </a:lnTo>
                <a:cubicBezTo>
                  <a:pt x="87" y="77"/>
                  <a:pt x="76" y="80"/>
                  <a:pt x="62" y="83"/>
                </a:cubicBezTo>
                <a:cubicBezTo>
                  <a:pt x="48" y="85"/>
                  <a:pt x="33" y="87"/>
                  <a:pt x="16" y="88"/>
                </a:cubicBezTo>
                <a:lnTo>
                  <a:pt x="0" y="88"/>
                </a:lnTo>
                <a:lnTo>
                  <a:pt x="0" y="51"/>
                </a:lnTo>
                <a:lnTo>
                  <a:pt x="16" y="51"/>
                </a:lnTo>
                <a:cubicBezTo>
                  <a:pt x="41" y="50"/>
                  <a:pt x="64" y="46"/>
                  <a:pt x="85" y="39"/>
                </a:cubicBezTo>
                <a:cubicBezTo>
                  <a:pt x="107" y="32"/>
                  <a:pt x="122" y="26"/>
                  <a:pt x="130" y="20"/>
                </a:cubicBezTo>
                <a:cubicBezTo>
                  <a:pt x="139" y="14"/>
                  <a:pt x="146" y="8"/>
                  <a:pt x="153" y="2"/>
                </a:cubicBezTo>
                <a:cubicBezTo>
                  <a:pt x="154" y="1"/>
                  <a:pt x="157" y="0"/>
                  <a:pt x="162" y="0"/>
                </a:cubicBezTo>
                <a:cubicBezTo>
                  <a:pt x="167" y="0"/>
                  <a:pt x="172" y="2"/>
                  <a:pt x="176" y="5"/>
                </a:cubicBezTo>
                <a:lnTo>
                  <a:pt x="176" y="244"/>
                </a:lnTo>
                <a:lnTo>
                  <a:pt x="177" y="485"/>
                </a:lnTo>
                <a:cubicBezTo>
                  <a:pt x="180" y="489"/>
                  <a:pt x="184" y="491"/>
                  <a:pt x="186" y="492"/>
                </a:cubicBezTo>
                <a:cubicBezTo>
                  <a:pt x="189" y="493"/>
                  <a:pt x="195" y="494"/>
                  <a:pt x="206" y="495"/>
                </a:cubicBezTo>
                <a:cubicBezTo>
                  <a:pt x="216" y="496"/>
                  <a:pt x="232" y="497"/>
                  <a:pt x="256" y="497"/>
                </a:cubicBezTo>
                <a:lnTo>
                  <a:pt x="277" y="497"/>
                </a:lnTo>
                <a:lnTo>
                  <a:pt x="277" y="535"/>
                </a:lnTo>
                <a:lnTo>
                  <a:pt x="268" y="535"/>
                </a:lnTo>
                <a:cubicBezTo>
                  <a:pt x="257" y="533"/>
                  <a:pt x="214" y="532"/>
                  <a:pt x="140" y="532"/>
                </a:cubicBezTo>
                <a:cubicBezTo>
                  <a:pt x="67" y="532"/>
                  <a:pt x="25" y="533"/>
                  <a:pt x="14" y="535"/>
                </a:cubicBezTo>
                <a:lnTo>
                  <a:pt x="4" y="535"/>
                </a:lnTo>
                <a:lnTo>
                  <a:pt x="4" y="497"/>
                </a:lnTo>
                <a:lnTo>
                  <a:pt x="25" y="497"/>
                </a:lnTo>
                <a:cubicBezTo>
                  <a:pt x="37" y="497"/>
                  <a:pt x="47" y="497"/>
                  <a:pt x="56" y="497"/>
                </a:cubicBezTo>
                <a:cubicBezTo>
                  <a:pt x="64" y="497"/>
                  <a:pt x="71" y="497"/>
                  <a:pt x="76" y="496"/>
                </a:cubicBezTo>
                <a:cubicBezTo>
                  <a:pt x="80" y="496"/>
                  <a:pt x="85" y="495"/>
                  <a:pt x="88" y="494"/>
                </a:cubicBezTo>
                <a:cubicBezTo>
                  <a:pt x="92" y="493"/>
                  <a:pt x="94" y="492"/>
                  <a:pt x="95" y="492"/>
                </a:cubicBezTo>
                <a:cubicBezTo>
                  <a:pt x="95" y="492"/>
                  <a:pt x="97" y="491"/>
                  <a:pt x="100" y="488"/>
                </a:cubicBezTo>
                <a:cubicBezTo>
                  <a:pt x="102" y="486"/>
                  <a:pt x="104" y="484"/>
                  <a:pt x="104" y="485"/>
                </a:cubicBezTo>
                <a:lnTo>
                  <a:pt x="104" y="7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9300600" y="4329360"/>
            <a:ext cx="119880" cy="199080"/>
          </a:xfrm>
          <a:custGeom>
            <a:avLst/>
            <a:gdLst/>
            <a:ahLst/>
            <a:rect l="0" t="0" r="r" b="b"/>
            <a:pathLst>
              <a:path w="333" h="553">
                <a:moveTo>
                  <a:pt x="0" y="283"/>
                </a:moveTo>
                <a:cubicBezTo>
                  <a:pt x="0" y="196"/>
                  <a:pt x="22" y="127"/>
                  <a:pt x="65" y="76"/>
                </a:cubicBezTo>
                <a:cubicBezTo>
                  <a:pt x="108" y="25"/>
                  <a:pt x="158" y="0"/>
                  <a:pt x="210" y="0"/>
                </a:cubicBezTo>
                <a:cubicBezTo>
                  <a:pt x="247" y="0"/>
                  <a:pt x="274" y="10"/>
                  <a:pt x="290" y="29"/>
                </a:cubicBezTo>
                <a:cubicBezTo>
                  <a:pt x="306" y="48"/>
                  <a:pt x="314" y="69"/>
                  <a:pt x="314" y="93"/>
                </a:cubicBezTo>
                <a:cubicBezTo>
                  <a:pt x="314" y="106"/>
                  <a:pt x="310" y="117"/>
                  <a:pt x="303" y="125"/>
                </a:cubicBezTo>
                <a:cubicBezTo>
                  <a:pt x="295" y="133"/>
                  <a:pt x="285" y="137"/>
                  <a:pt x="271" y="137"/>
                </a:cubicBezTo>
                <a:cubicBezTo>
                  <a:pt x="259" y="137"/>
                  <a:pt x="249" y="133"/>
                  <a:pt x="241" y="126"/>
                </a:cubicBezTo>
                <a:cubicBezTo>
                  <a:pt x="233" y="118"/>
                  <a:pt x="229" y="108"/>
                  <a:pt x="229" y="95"/>
                </a:cubicBezTo>
                <a:cubicBezTo>
                  <a:pt x="229" y="71"/>
                  <a:pt x="241" y="57"/>
                  <a:pt x="267" y="52"/>
                </a:cubicBezTo>
                <a:cubicBezTo>
                  <a:pt x="255" y="40"/>
                  <a:pt x="238" y="34"/>
                  <a:pt x="217" y="32"/>
                </a:cubicBezTo>
                <a:cubicBezTo>
                  <a:pt x="179" y="32"/>
                  <a:pt x="147" y="48"/>
                  <a:pt x="122" y="80"/>
                </a:cubicBezTo>
                <a:cubicBezTo>
                  <a:pt x="97" y="115"/>
                  <a:pt x="84" y="169"/>
                  <a:pt x="84" y="242"/>
                </a:cubicBezTo>
                <a:lnTo>
                  <a:pt x="85" y="245"/>
                </a:lnTo>
                <a:cubicBezTo>
                  <a:pt x="88" y="242"/>
                  <a:pt x="90" y="239"/>
                  <a:pt x="92" y="235"/>
                </a:cubicBezTo>
                <a:cubicBezTo>
                  <a:pt x="114" y="203"/>
                  <a:pt x="142" y="187"/>
                  <a:pt x="178" y="187"/>
                </a:cubicBezTo>
                <a:lnTo>
                  <a:pt x="182" y="187"/>
                </a:lnTo>
                <a:cubicBezTo>
                  <a:pt x="206" y="187"/>
                  <a:pt x="228" y="192"/>
                  <a:pt x="247" y="202"/>
                </a:cubicBezTo>
                <a:cubicBezTo>
                  <a:pt x="259" y="209"/>
                  <a:pt x="272" y="220"/>
                  <a:pt x="285" y="234"/>
                </a:cubicBezTo>
                <a:cubicBezTo>
                  <a:pt x="298" y="248"/>
                  <a:pt x="308" y="263"/>
                  <a:pt x="316" y="280"/>
                </a:cubicBezTo>
                <a:cubicBezTo>
                  <a:pt x="327" y="306"/>
                  <a:pt x="333" y="335"/>
                  <a:pt x="333" y="366"/>
                </a:cubicBezTo>
                <a:lnTo>
                  <a:pt x="333" y="381"/>
                </a:lnTo>
                <a:cubicBezTo>
                  <a:pt x="333" y="393"/>
                  <a:pt x="332" y="405"/>
                  <a:pt x="329" y="415"/>
                </a:cubicBezTo>
                <a:cubicBezTo>
                  <a:pt x="323" y="447"/>
                  <a:pt x="306" y="478"/>
                  <a:pt x="278" y="508"/>
                </a:cubicBezTo>
                <a:cubicBezTo>
                  <a:pt x="249" y="538"/>
                  <a:pt x="214" y="553"/>
                  <a:pt x="170" y="553"/>
                </a:cubicBezTo>
                <a:cubicBezTo>
                  <a:pt x="155" y="553"/>
                  <a:pt x="140" y="550"/>
                  <a:pt x="126" y="546"/>
                </a:cubicBezTo>
                <a:cubicBezTo>
                  <a:pt x="112" y="542"/>
                  <a:pt x="97" y="534"/>
                  <a:pt x="81" y="522"/>
                </a:cubicBezTo>
                <a:cubicBezTo>
                  <a:pt x="65" y="510"/>
                  <a:pt x="52" y="495"/>
                  <a:pt x="40" y="475"/>
                </a:cubicBezTo>
                <a:cubicBezTo>
                  <a:pt x="29" y="455"/>
                  <a:pt x="19" y="429"/>
                  <a:pt x="11" y="397"/>
                </a:cubicBezTo>
                <a:cubicBezTo>
                  <a:pt x="3" y="364"/>
                  <a:pt x="0" y="326"/>
                  <a:pt x="0" y="283"/>
                </a:cubicBezTo>
                <a:moveTo>
                  <a:pt x="174" y="216"/>
                </a:moveTo>
                <a:cubicBezTo>
                  <a:pt x="158" y="216"/>
                  <a:pt x="143" y="220"/>
                  <a:pt x="131" y="229"/>
                </a:cubicBezTo>
                <a:cubicBezTo>
                  <a:pt x="119" y="238"/>
                  <a:pt x="110" y="250"/>
                  <a:pt x="104" y="265"/>
                </a:cubicBezTo>
                <a:cubicBezTo>
                  <a:pt x="97" y="280"/>
                  <a:pt x="93" y="296"/>
                  <a:pt x="90" y="311"/>
                </a:cubicBezTo>
                <a:cubicBezTo>
                  <a:pt x="87" y="327"/>
                  <a:pt x="86" y="343"/>
                  <a:pt x="85" y="361"/>
                </a:cubicBezTo>
                <a:cubicBezTo>
                  <a:pt x="85" y="406"/>
                  <a:pt x="88" y="438"/>
                  <a:pt x="95" y="457"/>
                </a:cubicBezTo>
                <a:cubicBezTo>
                  <a:pt x="101" y="476"/>
                  <a:pt x="111" y="492"/>
                  <a:pt x="125" y="504"/>
                </a:cubicBezTo>
                <a:cubicBezTo>
                  <a:pt x="138" y="513"/>
                  <a:pt x="153" y="518"/>
                  <a:pt x="169" y="518"/>
                </a:cubicBezTo>
                <a:cubicBezTo>
                  <a:pt x="196" y="518"/>
                  <a:pt x="217" y="508"/>
                  <a:pt x="231" y="488"/>
                </a:cubicBezTo>
                <a:cubicBezTo>
                  <a:pt x="238" y="478"/>
                  <a:pt x="243" y="466"/>
                  <a:pt x="246" y="452"/>
                </a:cubicBezTo>
                <a:cubicBezTo>
                  <a:pt x="248" y="437"/>
                  <a:pt x="250" y="409"/>
                  <a:pt x="250" y="366"/>
                </a:cubicBezTo>
                <a:cubicBezTo>
                  <a:pt x="250" y="324"/>
                  <a:pt x="248" y="295"/>
                  <a:pt x="246" y="281"/>
                </a:cubicBezTo>
                <a:cubicBezTo>
                  <a:pt x="243" y="266"/>
                  <a:pt x="238" y="254"/>
                  <a:pt x="231" y="244"/>
                </a:cubicBezTo>
                <a:cubicBezTo>
                  <a:pt x="217" y="225"/>
                  <a:pt x="198" y="216"/>
                  <a:pt x="174" y="21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9456840" y="4329360"/>
            <a:ext cx="99720" cy="192600"/>
          </a:xfrm>
          <a:custGeom>
            <a:avLst/>
            <a:gdLst/>
            <a:ahLst/>
            <a:rect l="0" t="0" r="r" b="b"/>
            <a:pathLst>
              <a:path w="277" h="535">
                <a:moveTo>
                  <a:pt x="104" y="71"/>
                </a:moveTo>
                <a:lnTo>
                  <a:pt x="94" y="75"/>
                </a:lnTo>
                <a:cubicBezTo>
                  <a:pt x="86" y="77"/>
                  <a:pt x="76" y="80"/>
                  <a:pt x="62" y="83"/>
                </a:cubicBezTo>
                <a:cubicBezTo>
                  <a:pt x="48" y="85"/>
                  <a:pt x="32" y="87"/>
                  <a:pt x="15" y="88"/>
                </a:cubicBezTo>
                <a:lnTo>
                  <a:pt x="0" y="88"/>
                </a:lnTo>
                <a:lnTo>
                  <a:pt x="0" y="51"/>
                </a:lnTo>
                <a:lnTo>
                  <a:pt x="15" y="51"/>
                </a:lnTo>
                <a:cubicBezTo>
                  <a:pt x="40" y="50"/>
                  <a:pt x="63" y="46"/>
                  <a:pt x="85" y="39"/>
                </a:cubicBezTo>
                <a:cubicBezTo>
                  <a:pt x="106" y="32"/>
                  <a:pt x="121" y="26"/>
                  <a:pt x="130" y="20"/>
                </a:cubicBezTo>
                <a:cubicBezTo>
                  <a:pt x="138" y="14"/>
                  <a:pt x="146" y="8"/>
                  <a:pt x="152" y="2"/>
                </a:cubicBezTo>
                <a:cubicBezTo>
                  <a:pt x="153" y="1"/>
                  <a:pt x="156" y="0"/>
                  <a:pt x="162" y="0"/>
                </a:cubicBezTo>
                <a:cubicBezTo>
                  <a:pt x="167" y="0"/>
                  <a:pt x="171" y="2"/>
                  <a:pt x="175" y="5"/>
                </a:cubicBezTo>
                <a:lnTo>
                  <a:pt x="175" y="244"/>
                </a:lnTo>
                <a:lnTo>
                  <a:pt x="176" y="485"/>
                </a:lnTo>
                <a:cubicBezTo>
                  <a:pt x="180" y="489"/>
                  <a:pt x="183" y="491"/>
                  <a:pt x="186" y="492"/>
                </a:cubicBezTo>
                <a:cubicBezTo>
                  <a:pt x="189" y="493"/>
                  <a:pt x="195" y="494"/>
                  <a:pt x="205" y="495"/>
                </a:cubicBezTo>
                <a:cubicBezTo>
                  <a:pt x="215" y="496"/>
                  <a:pt x="232" y="497"/>
                  <a:pt x="255" y="497"/>
                </a:cubicBezTo>
                <a:lnTo>
                  <a:pt x="277" y="497"/>
                </a:lnTo>
                <a:lnTo>
                  <a:pt x="277" y="535"/>
                </a:lnTo>
                <a:lnTo>
                  <a:pt x="267" y="535"/>
                </a:lnTo>
                <a:cubicBezTo>
                  <a:pt x="256" y="533"/>
                  <a:pt x="213" y="532"/>
                  <a:pt x="139" y="532"/>
                </a:cubicBezTo>
                <a:cubicBezTo>
                  <a:pt x="67" y="532"/>
                  <a:pt x="25" y="533"/>
                  <a:pt x="14" y="535"/>
                </a:cubicBezTo>
                <a:lnTo>
                  <a:pt x="4" y="535"/>
                </a:lnTo>
                <a:lnTo>
                  <a:pt x="4" y="497"/>
                </a:lnTo>
                <a:lnTo>
                  <a:pt x="25" y="497"/>
                </a:lnTo>
                <a:cubicBezTo>
                  <a:pt x="37" y="497"/>
                  <a:pt x="47" y="497"/>
                  <a:pt x="55" y="497"/>
                </a:cubicBezTo>
                <a:cubicBezTo>
                  <a:pt x="64" y="497"/>
                  <a:pt x="70" y="497"/>
                  <a:pt x="75" y="496"/>
                </a:cubicBezTo>
                <a:cubicBezTo>
                  <a:pt x="80" y="496"/>
                  <a:pt x="84" y="495"/>
                  <a:pt x="88" y="494"/>
                </a:cubicBezTo>
                <a:cubicBezTo>
                  <a:pt x="92" y="493"/>
                  <a:pt x="94" y="492"/>
                  <a:pt x="94" y="492"/>
                </a:cubicBezTo>
                <a:cubicBezTo>
                  <a:pt x="95" y="492"/>
                  <a:pt x="97" y="491"/>
                  <a:pt x="99" y="488"/>
                </a:cubicBezTo>
                <a:cubicBezTo>
                  <a:pt x="102" y="486"/>
                  <a:pt x="104" y="484"/>
                  <a:pt x="104" y="485"/>
                </a:cubicBezTo>
                <a:lnTo>
                  <a:pt x="104" y="7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18840" y="48765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5"/>
                </a:cubicBezTo>
                <a:cubicBezTo>
                  <a:pt x="216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857160" y="3803040"/>
            <a:ext cx="8096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Women calculate establishing their speciﬁc minimal energy needs using: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7397280" y="4886280"/>
            <a:ext cx="193320" cy="131040"/>
          </a:xfrm>
          <a:custGeom>
            <a:avLst/>
            <a:gdLst/>
            <a:ahLst/>
            <a:rect l="0" t="0" r="r" b="b"/>
            <a:pathLst>
              <a:path w="537" h="364">
                <a:moveTo>
                  <a:pt x="449" y="47"/>
                </a:moveTo>
                <a:cubicBezTo>
                  <a:pt x="449" y="35"/>
                  <a:pt x="454" y="24"/>
                  <a:pt x="464" y="15"/>
                </a:cubicBezTo>
                <a:cubicBezTo>
                  <a:pt x="475" y="5"/>
                  <a:pt x="486" y="0"/>
                  <a:pt x="498" y="0"/>
                </a:cubicBezTo>
                <a:cubicBezTo>
                  <a:pt x="508" y="0"/>
                  <a:pt x="516" y="4"/>
                  <a:pt x="524" y="14"/>
                </a:cubicBezTo>
                <a:cubicBezTo>
                  <a:pt x="533" y="24"/>
                  <a:pt x="537" y="39"/>
                  <a:pt x="537" y="61"/>
                </a:cubicBezTo>
                <a:cubicBezTo>
                  <a:pt x="537" y="76"/>
                  <a:pt x="532" y="107"/>
                  <a:pt x="522" y="153"/>
                </a:cubicBezTo>
                <a:cubicBezTo>
                  <a:pt x="514" y="183"/>
                  <a:pt x="507" y="207"/>
                  <a:pt x="500" y="227"/>
                </a:cubicBezTo>
                <a:cubicBezTo>
                  <a:pt x="494" y="246"/>
                  <a:pt x="485" y="267"/>
                  <a:pt x="472" y="292"/>
                </a:cubicBezTo>
                <a:cubicBezTo>
                  <a:pt x="460" y="316"/>
                  <a:pt x="445" y="334"/>
                  <a:pt x="428" y="346"/>
                </a:cubicBezTo>
                <a:cubicBezTo>
                  <a:pt x="411" y="358"/>
                  <a:pt x="392" y="364"/>
                  <a:pt x="371" y="364"/>
                </a:cubicBezTo>
                <a:cubicBezTo>
                  <a:pt x="347" y="364"/>
                  <a:pt x="326" y="360"/>
                  <a:pt x="308" y="352"/>
                </a:cubicBezTo>
                <a:cubicBezTo>
                  <a:pt x="290" y="343"/>
                  <a:pt x="277" y="332"/>
                  <a:pt x="269" y="317"/>
                </a:cubicBezTo>
                <a:cubicBezTo>
                  <a:pt x="268" y="318"/>
                  <a:pt x="268" y="319"/>
                  <a:pt x="266" y="320"/>
                </a:cubicBezTo>
                <a:cubicBezTo>
                  <a:pt x="245" y="350"/>
                  <a:pt x="218" y="364"/>
                  <a:pt x="186" y="364"/>
                </a:cubicBezTo>
                <a:cubicBezTo>
                  <a:pt x="172" y="364"/>
                  <a:pt x="159" y="363"/>
                  <a:pt x="146" y="360"/>
                </a:cubicBezTo>
                <a:cubicBezTo>
                  <a:pt x="133" y="356"/>
                  <a:pt x="121" y="351"/>
                  <a:pt x="109" y="344"/>
                </a:cubicBezTo>
                <a:cubicBezTo>
                  <a:pt x="96" y="337"/>
                  <a:pt x="85" y="327"/>
                  <a:pt x="78" y="313"/>
                </a:cubicBezTo>
                <a:cubicBezTo>
                  <a:pt x="70" y="299"/>
                  <a:pt x="67" y="282"/>
                  <a:pt x="67" y="263"/>
                </a:cubicBezTo>
                <a:cubicBezTo>
                  <a:pt x="67" y="234"/>
                  <a:pt x="76" y="195"/>
                  <a:pt x="95" y="146"/>
                </a:cubicBezTo>
                <a:cubicBezTo>
                  <a:pt x="113" y="97"/>
                  <a:pt x="123" y="65"/>
                  <a:pt x="123" y="52"/>
                </a:cubicBezTo>
                <a:cubicBezTo>
                  <a:pt x="123" y="51"/>
                  <a:pt x="123" y="51"/>
                  <a:pt x="123" y="50"/>
                </a:cubicBezTo>
                <a:cubicBezTo>
                  <a:pt x="123" y="45"/>
                  <a:pt x="123" y="42"/>
                  <a:pt x="123" y="41"/>
                </a:cubicBezTo>
                <a:cubicBezTo>
                  <a:pt x="123" y="38"/>
                  <a:pt x="122" y="36"/>
                  <a:pt x="120" y="34"/>
                </a:cubicBezTo>
                <a:cubicBezTo>
                  <a:pt x="118" y="32"/>
                  <a:pt x="115" y="31"/>
                  <a:pt x="111" y="31"/>
                </a:cubicBezTo>
                <a:lnTo>
                  <a:pt x="108" y="31"/>
                </a:lnTo>
                <a:cubicBezTo>
                  <a:pt x="96" y="31"/>
                  <a:pt x="83" y="36"/>
                  <a:pt x="73" y="47"/>
                </a:cubicBezTo>
                <a:cubicBezTo>
                  <a:pt x="63" y="57"/>
                  <a:pt x="55" y="68"/>
                  <a:pt x="49" y="80"/>
                </a:cubicBezTo>
                <a:cubicBezTo>
                  <a:pt x="43" y="92"/>
                  <a:pt x="39" y="103"/>
                  <a:pt x="35" y="114"/>
                </a:cubicBezTo>
                <a:cubicBezTo>
                  <a:pt x="32" y="124"/>
                  <a:pt x="30" y="130"/>
                  <a:pt x="29" y="131"/>
                </a:cubicBezTo>
                <a:cubicBezTo>
                  <a:pt x="28" y="132"/>
                  <a:pt x="24" y="133"/>
                  <a:pt x="16" y="133"/>
                </a:cubicBezTo>
                <a:lnTo>
                  <a:pt x="5" y="133"/>
                </a:lnTo>
                <a:cubicBezTo>
                  <a:pt x="2" y="130"/>
                  <a:pt x="0" y="127"/>
                  <a:pt x="0" y="126"/>
                </a:cubicBezTo>
                <a:cubicBezTo>
                  <a:pt x="0" y="122"/>
                  <a:pt x="2" y="115"/>
                  <a:pt x="7" y="103"/>
                </a:cubicBezTo>
                <a:cubicBezTo>
                  <a:pt x="11" y="91"/>
                  <a:pt x="17" y="78"/>
                  <a:pt x="25" y="62"/>
                </a:cubicBezTo>
                <a:cubicBezTo>
                  <a:pt x="33" y="47"/>
                  <a:pt x="45" y="32"/>
                  <a:pt x="60" y="20"/>
                </a:cubicBezTo>
                <a:cubicBezTo>
                  <a:pt x="76" y="7"/>
                  <a:pt x="94" y="1"/>
                  <a:pt x="113" y="1"/>
                </a:cubicBezTo>
                <a:cubicBezTo>
                  <a:pt x="136" y="1"/>
                  <a:pt x="154" y="8"/>
                  <a:pt x="166" y="21"/>
                </a:cubicBezTo>
                <a:cubicBezTo>
                  <a:pt x="179" y="35"/>
                  <a:pt x="185" y="51"/>
                  <a:pt x="185" y="69"/>
                </a:cubicBezTo>
                <a:cubicBezTo>
                  <a:pt x="185" y="78"/>
                  <a:pt x="176" y="107"/>
                  <a:pt x="158" y="155"/>
                </a:cubicBezTo>
                <a:cubicBezTo>
                  <a:pt x="141" y="203"/>
                  <a:pt x="132" y="240"/>
                  <a:pt x="132" y="267"/>
                </a:cubicBezTo>
                <a:cubicBezTo>
                  <a:pt x="132" y="291"/>
                  <a:pt x="137" y="309"/>
                  <a:pt x="149" y="319"/>
                </a:cubicBezTo>
                <a:cubicBezTo>
                  <a:pt x="160" y="329"/>
                  <a:pt x="174" y="334"/>
                  <a:pt x="191" y="335"/>
                </a:cubicBezTo>
                <a:cubicBezTo>
                  <a:pt x="214" y="335"/>
                  <a:pt x="234" y="318"/>
                  <a:pt x="252" y="286"/>
                </a:cubicBezTo>
                <a:lnTo>
                  <a:pt x="256" y="279"/>
                </a:lnTo>
                <a:lnTo>
                  <a:pt x="256" y="260"/>
                </a:lnTo>
                <a:cubicBezTo>
                  <a:pt x="256" y="259"/>
                  <a:pt x="256" y="256"/>
                  <a:pt x="256" y="253"/>
                </a:cubicBezTo>
                <a:cubicBezTo>
                  <a:pt x="256" y="250"/>
                  <a:pt x="256" y="248"/>
                  <a:pt x="257" y="247"/>
                </a:cubicBezTo>
                <a:cubicBezTo>
                  <a:pt x="257" y="246"/>
                  <a:pt x="258" y="244"/>
                  <a:pt x="258" y="241"/>
                </a:cubicBezTo>
                <a:cubicBezTo>
                  <a:pt x="258" y="238"/>
                  <a:pt x="258" y="236"/>
                  <a:pt x="258" y="234"/>
                </a:cubicBezTo>
                <a:cubicBezTo>
                  <a:pt x="259" y="232"/>
                  <a:pt x="260" y="228"/>
                  <a:pt x="261" y="223"/>
                </a:cubicBezTo>
                <a:cubicBezTo>
                  <a:pt x="262" y="219"/>
                  <a:pt x="263" y="214"/>
                  <a:pt x="263" y="210"/>
                </a:cubicBezTo>
                <a:cubicBezTo>
                  <a:pt x="264" y="205"/>
                  <a:pt x="265" y="199"/>
                  <a:pt x="268" y="191"/>
                </a:cubicBezTo>
                <a:cubicBezTo>
                  <a:pt x="271" y="182"/>
                  <a:pt x="273" y="173"/>
                  <a:pt x="274" y="165"/>
                </a:cubicBezTo>
                <a:cubicBezTo>
                  <a:pt x="276" y="156"/>
                  <a:pt x="279" y="145"/>
                  <a:pt x="283" y="130"/>
                </a:cubicBezTo>
                <a:cubicBezTo>
                  <a:pt x="299" y="70"/>
                  <a:pt x="308" y="36"/>
                  <a:pt x="310" y="31"/>
                </a:cubicBezTo>
                <a:cubicBezTo>
                  <a:pt x="317" y="16"/>
                  <a:pt x="328" y="9"/>
                  <a:pt x="344" y="9"/>
                </a:cubicBezTo>
                <a:cubicBezTo>
                  <a:pt x="354" y="9"/>
                  <a:pt x="361" y="12"/>
                  <a:pt x="365" y="17"/>
                </a:cubicBezTo>
                <a:cubicBezTo>
                  <a:pt x="369" y="23"/>
                  <a:pt x="371" y="28"/>
                  <a:pt x="371" y="32"/>
                </a:cubicBezTo>
                <a:cubicBezTo>
                  <a:pt x="371" y="39"/>
                  <a:pt x="364" y="75"/>
                  <a:pt x="348" y="136"/>
                </a:cubicBezTo>
                <a:cubicBezTo>
                  <a:pt x="333" y="197"/>
                  <a:pt x="324" y="233"/>
                  <a:pt x="323" y="242"/>
                </a:cubicBezTo>
                <a:cubicBezTo>
                  <a:pt x="321" y="248"/>
                  <a:pt x="321" y="257"/>
                  <a:pt x="321" y="270"/>
                </a:cubicBezTo>
                <a:lnTo>
                  <a:pt x="321" y="275"/>
                </a:lnTo>
                <a:cubicBezTo>
                  <a:pt x="321" y="283"/>
                  <a:pt x="322" y="291"/>
                  <a:pt x="323" y="299"/>
                </a:cubicBezTo>
                <a:cubicBezTo>
                  <a:pt x="325" y="306"/>
                  <a:pt x="330" y="314"/>
                  <a:pt x="339" y="322"/>
                </a:cubicBezTo>
                <a:cubicBezTo>
                  <a:pt x="347" y="330"/>
                  <a:pt x="359" y="334"/>
                  <a:pt x="375" y="335"/>
                </a:cubicBezTo>
                <a:cubicBezTo>
                  <a:pt x="413" y="335"/>
                  <a:pt x="443" y="302"/>
                  <a:pt x="465" y="237"/>
                </a:cubicBezTo>
                <a:cubicBezTo>
                  <a:pt x="470" y="225"/>
                  <a:pt x="475" y="207"/>
                  <a:pt x="481" y="185"/>
                </a:cubicBezTo>
                <a:cubicBezTo>
                  <a:pt x="487" y="162"/>
                  <a:pt x="490" y="146"/>
                  <a:pt x="491" y="137"/>
                </a:cubicBezTo>
                <a:cubicBezTo>
                  <a:pt x="491" y="119"/>
                  <a:pt x="487" y="105"/>
                  <a:pt x="480" y="95"/>
                </a:cubicBezTo>
                <a:cubicBezTo>
                  <a:pt x="473" y="85"/>
                  <a:pt x="467" y="76"/>
                  <a:pt x="460" y="70"/>
                </a:cubicBezTo>
                <a:cubicBezTo>
                  <a:pt x="453" y="63"/>
                  <a:pt x="449" y="55"/>
                  <a:pt x="449" y="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857160" y="4755600"/>
            <a:ext cx="6538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these mathematical formulas, the variables represent: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9557640" y="4809960"/>
            <a:ext cx="146880" cy="203760"/>
          </a:xfrm>
          <a:custGeom>
            <a:avLst/>
            <a:gdLst/>
            <a:ahLst/>
            <a:rect l="0" t="0" r="r" b="b"/>
            <a:pathLst>
              <a:path w="408" h="566">
                <a:moveTo>
                  <a:pt x="73" y="9"/>
                </a:moveTo>
                <a:cubicBezTo>
                  <a:pt x="73" y="9"/>
                  <a:pt x="92" y="7"/>
                  <a:pt x="130" y="5"/>
                </a:cubicBezTo>
                <a:cubicBezTo>
                  <a:pt x="168" y="2"/>
                  <a:pt x="188" y="0"/>
                  <a:pt x="189" y="0"/>
                </a:cubicBezTo>
                <a:cubicBezTo>
                  <a:pt x="195" y="0"/>
                  <a:pt x="198" y="2"/>
                  <a:pt x="198" y="7"/>
                </a:cubicBezTo>
                <a:cubicBezTo>
                  <a:pt x="198" y="13"/>
                  <a:pt x="189" y="53"/>
                  <a:pt x="170" y="128"/>
                </a:cubicBezTo>
                <a:cubicBezTo>
                  <a:pt x="149" y="207"/>
                  <a:pt x="139" y="248"/>
                  <a:pt x="139" y="249"/>
                </a:cubicBezTo>
                <a:cubicBezTo>
                  <a:pt x="139" y="250"/>
                  <a:pt x="141" y="249"/>
                  <a:pt x="145" y="245"/>
                </a:cubicBezTo>
                <a:cubicBezTo>
                  <a:pt x="177" y="216"/>
                  <a:pt x="212" y="202"/>
                  <a:pt x="249" y="202"/>
                </a:cubicBezTo>
                <a:cubicBezTo>
                  <a:pt x="278" y="202"/>
                  <a:pt x="301" y="209"/>
                  <a:pt x="319" y="224"/>
                </a:cubicBezTo>
                <a:cubicBezTo>
                  <a:pt x="336" y="238"/>
                  <a:pt x="345" y="259"/>
                  <a:pt x="346" y="287"/>
                </a:cubicBezTo>
                <a:cubicBezTo>
                  <a:pt x="346" y="314"/>
                  <a:pt x="336" y="356"/>
                  <a:pt x="315" y="414"/>
                </a:cubicBezTo>
                <a:cubicBezTo>
                  <a:pt x="295" y="471"/>
                  <a:pt x="285" y="506"/>
                  <a:pt x="285" y="517"/>
                </a:cubicBezTo>
                <a:cubicBezTo>
                  <a:pt x="286" y="525"/>
                  <a:pt x="287" y="530"/>
                  <a:pt x="289" y="532"/>
                </a:cubicBezTo>
                <a:cubicBezTo>
                  <a:pt x="291" y="535"/>
                  <a:pt x="295" y="536"/>
                  <a:pt x="301" y="536"/>
                </a:cubicBezTo>
                <a:cubicBezTo>
                  <a:pt x="316" y="536"/>
                  <a:pt x="330" y="528"/>
                  <a:pt x="343" y="512"/>
                </a:cubicBezTo>
                <a:cubicBezTo>
                  <a:pt x="356" y="496"/>
                  <a:pt x="366" y="473"/>
                  <a:pt x="374" y="446"/>
                </a:cubicBezTo>
                <a:cubicBezTo>
                  <a:pt x="376" y="440"/>
                  <a:pt x="377" y="436"/>
                  <a:pt x="379" y="435"/>
                </a:cubicBezTo>
                <a:cubicBezTo>
                  <a:pt x="380" y="434"/>
                  <a:pt x="385" y="434"/>
                  <a:pt x="392" y="434"/>
                </a:cubicBezTo>
                <a:cubicBezTo>
                  <a:pt x="402" y="434"/>
                  <a:pt x="408" y="436"/>
                  <a:pt x="408" y="440"/>
                </a:cubicBezTo>
                <a:cubicBezTo>
                  <a:pt x="408" y="441"/>
                  <a:pt x="407" y="445"/>
                  <a:pt x="404" y="452"/>
                </a:cubicBezTo>
                <a:cubicBezTo>
                  <a:pt x="396" y="485"/>
                  <a:pt x="382" y="511"/>
                  <a:pt x="364" y="531"/>
                </a:cubicBezTo>
                <a:cubicBezTo>
                  <a:pt x="345" y="554"/>
                  <a:pt x="324" y="565"/>
                  <a:pt x="299" y="565"/>
                </a:cubicBezTo>
                <a:lnTo>
                  <a:pt x="295" y="565"/>
                </a:lnTo>
                <a:cubicBezTo>
                  <a:pt x="270" y="565"/>
                  <a:pt x="251" y="558"/>
                  <a:pt x="240" y="544"/>
                </a:cubicBezTo>
                <a:cubicBezTo>
                  <a:pt x="229" y="529"/>
                  <a:pt x="223" y="514"/>
                  <a:pt x="223" y="498"/>
                </a:cubicBezTo>
                <a:cubicBezTo>
                  <a:pt x="223" y="489"/>
                  <a:pt x="233" y="457"/>
                  <a:pt x="252" y="402"/>
                </a:cubicBezTo>
                <a:cubicBezTo>
                  <a:pt x="271" y="348"/>
                  <a:pt x="281" y="307"/>
                  <a:pt x="282" y="280"/>
                </a:cubicBezTo>
                <a:cubicBezTo>
                  <a:pt x="282" y="248"/>
                  <a:pt x="270" y="232"/>
                  <a:pt x="247" y="232"/>
                </a:cubicBezTo>
                <a:lnTo>
                  <a:pt x="243" y="232"/>
                </a:lnTo>
                <a:cubicBezTo>
                  <a:pt x="198" y="232"/>
                  <a:pt x="160" y="259"/>
                  <a:pt x="127" y="311"/>
                </a:cubicBezTo>
                <a:lnTo>
                  <a:pt x="121" y="321"/>
                </a:lnTo>
                <a:lnTo>
                  <a:pt x="94" y="430"/>
                </a:lnTo>
                <a:cubicBezTo>
                  <a:pt x="77" y="500"/>
                  <a:pt x="67" y="538"/>
                  <a:pt x="65" y="544"/>
                </a:cubicBezTo>
                <a:cubicBezTo>
                  <a:pt x="58" y="559"/>
                  <a:pt x="46" y="566"/>
                  <a:pt x="28" y="566"/>
                </a:cubicBezTo>
                <a:cubicBezTo>
                  <a:pt x="21" y="566"/>
                  <a:pt x="14" y="564"/>
                  <a:pt x="9" y="559"/>
                </a:cubicBezTo>
                <a:cubicBezTo>
                  <a:pt x="4" y="554"/>
                  <a:pt x="1" y="549"/>
                  <a:pt x="0" y="544"/>
                </a:cubicBezTo>
                <a:cubicBezTo>
                  <a:pt x="0" y="537"/>
                  <a:pt x="20" y="455"/>
                  <a:pt x="60" y="300"/>
                </a:cubicBezTo>
                <a:lnTo>
                  <a:pt x="119" y="62"/>
                </a:lnTo>
                <a:cubicBezTo>
                  <a:pt x="119" y="56"/>
                  <a:pt x="117" y="51"/>
                  <a:pt x="113" y="50"/>
                </a:cubicBezTo>
                <a:cubicBezTo>
                  <a:pt x="110" y="48"/>
                  <a:pt x="99" y="47"/>
                  <a:pt x="82" y="46"/>
                </a:cubicBezTo>
                <a:lnTo>
                  <a:pt x="65" y="46"/>
                </a:lnTo>
                <a:cubicBezTo>
                  <a:pt x="62" y="42"/>
                  <a:pt x="61" y="40"/>
                  <a:pt x="61" y="39"/>
                </a:cubicBezTo>
                <a:cubicBezTo>
                  <a:pt x="61" y="38"/>
                  <a:pt x="61" y="33"/>
                  <a:pt x="62" y="24"/>
                </a:cubicBezTo>
                <a:cubicBezTo>
                  <a:pt x="65" y="14"/>
                  <a:pt x="68" y="9"/>
                  <a:pt x="73" y="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602120" y="4755600"/>
            <a:ext cx="1940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weight in kg,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9710640" y="4755600"/>
            <a:ext cx="1901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height in cm,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352520" y="5238720"/>
            <a:ext cx="136800" cy="130320"/>
          </a:xfrm>
          <a:custGeom>
            <a:avLst/>
            <a:gdLst/>
            <a:ahLst/>
            <a:rect l="0" t="0" r="r" b="b"/>
            <a:pathLst>
              <a:path w="380" h="362">
                <a:moveTo>
                  <a:pt x="0" y="228"/>
                </a:moveTo>
                <a:cubicBezTo>
                  <a:pt x="0" y="174"/>
                  <a:pt x="20" y="123"/>
                  <a:pt x="61" y="74"/>
                </a:cubicBezTo>
                <a:cubicBezTo>
                  <a:pt x="101" y="25"/>
                  <a:pt x="147" y="0"/>
                  <a:pt x="198" y="0"/>
                </a:cubicBezTo>
                <a:cubicBezTo>
                  <a:pt x="226" y="0"/>
                  <a:pt x="250" y="13"/>
                  <a:pt x="271" y="39"/>
                </a:cubicBezTo>
                <a:cubicBezTo>
                  <a:pt x="279" y="23"/>
                  <a:pt x="292" y="15"/>
                  <a:pt x="308" y="15"/>
                </a:cubicBezTo>
                <a:cubicBezTo>
                  <a:pt x="315" y="15"/>
                  <a:pt x="321" y="17"/>
                  <a:pt x="326" y="21"/>
                </a:cubicBezTo>
                <a:cubicBezTo>
                  <a:pt x="331" y="25"/>
                  <a:pt x="334" y="31"/>
                  <a:pt x="334" y="37"/>
                </a:cubicBezTo>
                <a:cubicBezTo>
                  <a:pt x="334" y="44"/>
                  <a:pt x="324" y="88"/>
                  <a:pt x="304" y="166"/>
                </a:cubicBezTo>
                <a:cubicBezTo>
                  <a:pt x="285" y="245"/>
                  <a:pt x="274" y="289"/>
                  <a:pt x="274" y="299"/>
                </a:cubicBezTo>
                <a:cubicBezTo>
                  <a:pt x="274" y="313"/>
                  <a:pt x="276" y="322"/>
                  <a:pt x="280" y="326"/>
                </a:cubicBezTo>
                <a:cubicBezTo>
                  <a:pt x="283" y="330"/>
                  <a:pt x="289" y="333"/>
                  <a:pt x="296" y="333"/>
                </a:cubicBezTo>
                <a:cubicBezTo>
                  <a:pt x="301" y="333"/>
                  <a:pt x="307" y="330"/>
                  <a:pt x="312" y="326"/>
                </a:cubicBezTo>
                <a:cubicBezTo>
                  <a:pt x="324" y="315"/>
                  <a:pt x="335" y="290"/>
                  <a:pt x="345" y="249"/>
                </a:cubicBezTo>
                <a:cubicBezTo>
                  <a:pt x="348" y="238"/>
                  <a:pt x="351" y="233"/>
                  <a:pt x="353" y="232"/>
                </a:cubicBezTo>
                <a:cubicBezTo>
                  <a:pt x="354" y="232"/>
                  <a:pt x="357" y="231"/>
                  <a:pt x="361" y="231"/>
                </a:cubicBezTo>
                <a:lnTo>
                  <a:pt x="364" y="231"/>
                </a:lnTo>
                <a:cubicBezTo>
                  <a:pt x="375" y="231"/>
                  <a:pt x="380" y="234"/>
                  <a:pt x="380" y="239"/>
                </a:cubicBezTo>
                <a:cubicBezTo>
                  <a:pt x="380" y="242"/>
                  <a:pt x="378" y="249"/>
                  <a:pt x="376" y="260"/>
                </a:cubicBezTo>
                <a:cubicBezTo>
                  <a:pt x="373" y="271"/>
                  <a:pt x="368" y="286"/>
                  <a:pt x="360" y="303"/>
                </a:cubicBezTo>
                <a:cubicBezTo>
                  <a:pt x="352" y="321"/>
                  <a:pt x="343" y="334"/>
                  <a:pt x="334" y="343"/>
                </a:cubicBezTo>
                <a:cubicBezTo>
                  <a:pt x="327" y="350"/>
                  <a:pt x="319" y="356"/>
                  <a:pt x="308" y="360"/>
                </a:cubicBezTo>
                <a:cubicBezTo>
                  <a:pt x="304" y="361"/>
                  <a:pt x="298" y="362"/>
                  <a:pt x="289" y="362"/>
                </a:cubicBezTo>
                <a:cubicBezTo>
                  <a:pt x="271" y="362"/>
                  <a:pt x="256" y="358"/>
                  <a:pt x="243" y="350"/>
                </a:cubicBezTo>
                <a:cubicBezTo>
                  <a:pt x="231" y="342"/>
                  <a:pt x="223" y="334"/>
                  <a:pt x="219" y="325"/>
                </a:cubicBezTo>
                <a:lnTo>
                  <a:pt x="215" y="313"/>
                </a:lnTo>
                <a:cubicBezTo>
                  <a:pt x="214" y="312"/>
                  <a:pt x="212" y="313"/>
                  <a:pt x="210" y="314"/>
                </a:cubicBezTo>
                <a:cubicBezTo>
                  <a:pt x="209" y="315"/>
                  <a:pt x="208" y="316"/>
                  <a:pt x="207" y="317"/>
                </a:cubicBezTo>
                <a:cubicBezTo>
                  <a:pt x="176" y="347"/>
                  <a:pt x="144" y="362"/>
                  <a:pt x="111" y="362"/>
                </a:cubicBezTo>
                <a:cubicBezTo>
                  <a:pt x="82" y="362"/>
                  <a:pt x="56" y="351"/>
                  <a:pt x="33" y="330"/>
                </a:cubicBezTo>
                <a:cubicBezTo>
                  <a:pt x="11" y="308"/>
                  <a:pt x="0" y="275"/>
                  <a:pt x="0" y="228"/>
                </a:cubicBezTo>
                <a:moveTo>
                  <a:pt x="256" y="91"/>
                </a:moveTo>
                <a:cubicBezTo>
                  <a:pt x="256" y="88"/>
                  <a:pt x="254" y="82"/>
                  <a:pt x="251" y="73"/>
                </a:cubicBezTo>
                <a:cubicBezTo>
                  <a:pt x="249" y="64"/>
                  <a:pt x="243" y="55"/>
                  <a:pt x="233" y="44"/>
                </a:cubicBezTo>
                <a:cubicBezTo>
                  <a:pt x="223" y="34"/>
                  <a:pt x="210" y="29"/>
                  <a:pt x="195" y="28"/>
                </a:cubicBezTo>
                <a:cubicBezTo>
                  <a:pt x="177" y="28"/>
                  <a:pt x="159" y="37"/>
                  <a:pt x="142" y="53"/>
                </a:cubicBezTo>
                <a:cubicBezTo>
                  <a:pt x="124" y="71"/>
                  <a:pt x="111" y="92"/>
                  <a:pt x="101" y="119"/>
                </a:cubicBezTo>
                <a:cubicBezTo>
                  <a:pt x="86" y="161"/>
                  <a:pt x="75" y="205"/>
                  <a:pt x="69" y="251"/>
                </a:cubicBezTo>
                <a:cubicBezTo>
                  <a:pt x="69" y="252"/>
                  <a:pt x="69" y="255"/>
                  <a:pt x="69" y="259"/>
                </a:cubicBezTo>
                <a:cubicBezTo>
                  <a:pt x="69" y="264"/>
                  <a:pt x="68" y="267"/>
                  <a:pt x="68" y="269"/>
                </a:cubicBezTo>
                <a:cubicBezTo>
                  <a:pt x="68" y="293"/>
                  <a:pt x="73" y="310"/>
                  <a:pt x="82" y="319"/>
                </a:cubicBezTo>
                <a:cubicBezTo>
                  <a:pt x="92" y="328"/>
                  <a:pt x="103" y="333"/>
                  <a:pt x="117" y="333"/>
                </a:cubicBezTo>
                <a:cubicBezTo>
                  <a:pt x="137" y="333"/>
                  <a:pt x="157" y="324"/>
                  <a:pt x="177" y="307"/>
                </a:cubicBezTo>
                <a:cubicBezTo>
                  <a:pt x="197" y="289"/>
                  <a:pt x="208" y="275"/>
                  <a:pt x="212" y="266"/>
                </a:cubicBezTo>
                <a:cubicBezTo>
                  <a:pt x="214" y="264"/>
                  <a:pt x="221" y="235"/>
                  <a:pt x="235" y="180"/>
                </a:cubicBezTo>
                <a:cubicBezTo>
                  <a:pt x="248" y="125"/>
                  <a:pt x="255" y="95"/>
                  <a:pt x="256" y="9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57160" y="5117400"/>
            <a:ext cx="489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and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1499040" y="5117400"/>
            <a:ext cx="1861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for age in years.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